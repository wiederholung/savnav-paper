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81" r:id="rId2"/>
  </p:sldIdLst>
  <p:sldSz cx="961231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2" autoAdjust="0"/>
    <p:restoredTop sz="94625"/>
  </p:normalViewPr>
  <p:slideViewPr>
    <p:cSldViewPr snapToGrid="0">
      <p:cViewPr>
        <p:scale>
          <a:sx n="100" d="100"/>
          <a:sy n="100" d="100"/>
        </p:scale>
        <p:origin x="1584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6FB3-BDA4-439C-AD6C-7794CCFDC1F9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2625" y="1143000"/>
            <a:ext cx="5492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4740A-487F-4724-A2C6-67FF7A5AA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4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2625" y="1143000"/>
            <a:ext cx="54927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4740A-487F-4724-A2C6-67FF7A5AAA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42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1539" y="883861"/>
            <a:ext cx="7209235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539" y="2836605"/>
            <a:ext cx="720923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900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759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40" y="1346419"/>
            <a:ext cx="829062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840" y="3614203"/>
            <a:ext cx="829062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001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847" y="1437680"/>
            <a:ext cx="4085233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6233" y="1437680"/>
            <a:ext cx="4085233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363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98" y="287536"/>
            <a:ext cx="829062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2099" y="1323916"/>
            <a:ext cx="406645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2099" y="1972747"/>
            <a:ext cx="4066459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6233" y="1323916"/>
            <a:ext cx="4086485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6233" y="1972747"/>
            <a:ext cx="4086485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49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868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92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99" y="360045"/>
            <a:ext cx="3100221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6485" y="777597"/>
            <a:ext cx="486623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099" y="1620202"/>
            <a:ext cx="3100221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20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99" y="360045"/>
            <a:ext cx="3100221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6485" y="777597"/>
            <a:ext cx="486623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099" y="1620202"/>
            <a:ext cx="3100221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895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36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811" y="287536"/>
            <a:ext cx="2072655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847" y="287536"/>
            <a:ext cx="6097811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800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847" y="287536"/>
            <a:ext cx="829062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847" y="1437680"/>
            <a:ext cx="829062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847" y="5005626"/>
            <a:ext cx="21627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03DB8-BCAA-C044-AB0C-911ED2AAA810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4079" y="5005626"/>
            <a:ext cx="32441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8696" y="5005626"/>
            <a:ext cx="21627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AE7BA-8B78-5B41-BEDF-1C77CF05B2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25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5136-03CA-002F-3520-2E01364D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333E81D-5549-A829-E62C-2858AF9FFF4F}"/>
              </a:ext>
            </a:extLst>
          </p:cNvPr>
          <p:cNvGrpSpPr/>
          <p:nvPr/>
        </p:nvGrpSpPr>
        <p:grpSpPr>
          <a:xfrm>
            <a:off x="25500" y="20803"/>
            <a:ext cx="9561318" cy="5359076"/>
            <a:chOff x="1312335" y="651935"/>
            <a:chExt cx="9524999" cy="5338719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1E622EB-C1BD-0CD5-B27E-F62AF1A3C185}"/>
                </a:ext>
              </a:extLst>
            </p:cNvPr>
            <p:cNvSpPr/>
            <p:nvPr/>
          </p:nvSpPr>
          <p:spPr>
            <a:xfrm>
              <a:off x="1312335" y="651935"/>
              <a:ext cx="9524999" cy="5338719"/>
            </a:xfrm>
            <a:prstGeom prst="roundRect">
              <a:avLst>
                <a:gd name="adj" fmla="val 3634"/>
              </a:avLst>
            </a:prstGeom>
            <a:gradFill flip="none" rotWithShape="1">
              <a:gsLst>
                <a:gs pos="44000">
                  <a:srgbClr val="F8F3E8"/>
                </a:gs>
                <a:gs pos="0">
                  <a:srgbClr val="F9F0E6"/>
                </a:gs>
                <a:gs pos="88000">
                  <a:srgbClr val="F7F7F3"/>
                </a:gs>
              </a:gsLst>
              <a:lin ang="5400000" scaled="0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 dirty="0">
                <a:solidFill>
                  <a:schemeClr val="tx1"/>
                </a:solidFill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sp>
          <p:nvSpPr>
            <p:cNvPr id="41" name="矩形 24">
              <a:extLst>
                <a:ext uri="{FF2B5EF4-FFF2-40B4-BE49-F238E27FC236}">
                  <a16:creationId xmlns:a16="http://schemas.microsoft.com/office/drawing/2014/main" id="{4EB8CCB3-CFB6-1D57-FDD1-221D7FB7DCDD}"/>
                </a:ext>
              </a:extLst>
            </p:cNvPr>
            <p:cNvSpPr/>
            <p:nvPr/>
          </p:nvSpPr>
          <p:spPr>
            <a:xfrm>
              <a:off x="2195868" y="1186366"/>
              <a:ext cx="7367006" cy="4600877"/>
            </a:xfrm>
            <a:custGeom>
              <a:avLst/>
              <a:gdLst>
                <a:gd name="csX0" fmla="*/ 0 w 6564429"/>
                <a:gd name="csY0" fmla="*/ 0 h 3427487"/>
                <a:gd name="csX1" fmla="*/ 6564429 w 6564429"/>
                <a:gd name="csY1" fmla="*/ 0 h 3427487"/>
                <a:gd name="csX2" fmla="*/ 6564429 w 6564429"/>
                <a:gd name="csY2" fmla="*/ 3427487 h 3427487"/>
                <a:gd name="csX3" fmla="*/ 0 w 6564429"/>
                <a:gd name="csY3" fmla="*/ 3427487 h 3427487"/>
                <a:gd name="csX4" fmla="*/ 0 w 6564429"/>
                <a:gd name="csY4" fmla="*/ 0 h 3427487"/>
                <a:gd name="csX0" fmla="*/ 0 w 7786837"/>
                <a:gd name="csY0" fmla="*/ 9625 h 3427487"/>
                <a:gd name="csX1" fmla="*/ 7786837 w 7786837"/>
                <a:gd name="csY1" fmla="*/ 0 h 3427487"/>
                <a:gd name="csX2" fmla="*/ 7786837 w 7786837"/>
                <a:gd name="csY2" fmla="*/ 3427487 h 3427487"/>
                <a:gd name="csX3" fmla="*/ 1222408 w 7786837"/>
                <a:gd name="csY3" fmla="*/ 3427487 h 3427487"/>
                <a:gd name="csX4" fmla="*/ 0 w 7786837"/>
                <a:gd name="csY4" fmla="*/ 9625 h 3427487"/>
                <a:gd name="csX0" fmla="*/ 3590223 w 11377060"/>
                <a:gd name="csY0" fmla="*/ 9625 h 3427487"/>
                <a:gd name="csX1" fmla="*/ 11377060 w 11377060"/>
                <a:gd name="csY1" fmla="*/ 0 h 3427487"/>
                <a:gd name="csX2" fmla="*/ 11377060 w 11377060"/>
                <a:gd name="csY2" fmla="*/ 3427487 h 3427487"/>
                <a:gd name="csX3" fmla="*/ 0 w 11377060"/>
                <a:gd name="csY3" fmla="*/ 1213676 h 3427487"/>
                <a:gd name="csX4" fmla="*/ 3590223 w 11377060"/>
                <a:gd name="csY4" fmla="*/ 9625 h 3427487"/>
                <a:gd name="csX0" fmla="*/ 3628724 w 11377060"/>
                <a:gd name="csY0" fmla="*/ 0 h 4120507"/>
                <a:gd name="csX1" fmla="*/ 11377060 w 11377060"/>
                <a:gd name="csY1" fmla="*/ 693020 h 4120507"/>
                <a:gd name="csX2" fmla="*/ 11377060 w 11377060"/>
                <a:gd name="csY2" fmla="*/ 4120507 h 4120507"/>
                <a:gd name="csX3" fmla="*/ 0 w 11377060"/>
                <a:gd name="csY3" fmla="*/ 1906696 h 4120507"/>
                <a:gd name="csX4" fmla="*/ 3628724 w 11377060"/>
                <a:gd name="csY4" fmla="*/ 0 h 4120507"/>
                <a:gd name="csX0" fmla="*/ 3667225 w 11415561"/>
                <a:gd name="csY0" fmla="*/ 0 h 4120507"/>
                <a:gd name="csX1" fmla="*/ 11415561 w 11415561"/>
                <a:gd name="csY1" fmla="*/ 693020 h 4120507"/>
                <a:gd name="csX2" fmla="*/ 11415561 w 11415561"/>
                <a:gd name="csY2" fmla="*/ 4120507 h 4120507"/>
                <a:gd name="csX3" fmla="*/ 0 w 11415561"/>
                <a:gd name="csY3" fmla="*/ 1868195 h 4120507"/>
                <a:gd name="csX4" fmla="*/ 3667225 w 11415561"/>
                <a:gd name="csY4" fmla="*/ 0 h 4120507"/>
                <a:gd name="csX0" fmla="*/ 3667226 w 11415562"/>
                <a:gd name="csY0" fmla="*/ 0 h 2609341"/>
                <a:gd name="csX1" fmla="*/ 11415562 w 11415562"/>
                <a:gd name="csY1" fmla="*/ 693020 h 2609341"/>
                <a:gd name="csX2" fmla="*/ 0 w 11415562"/>
                <a:gd name="csY2" fmla="*/ 2609341 h 2609341"/>
                <a:gd name="csX3" fmla="*/ 1 w 11415562"/>
                <a:gd name="csY3" fmla="*/ 1868195 h 2609341"/>
                <a:gd name="csX4" fmla="*/ 3667226 w 11415562"/>
                <a:gd name="csY4" fmla="*/ 0 h 2609341"/>
                <a:gd name="csX0" fmla="*/ 3667226 w 4148488"/>
                <a:gd name="csY0" fmla="*/ 0 h 4600876"/>
                <a:gd name="csX1" fmla="*/ 4148488 w 4148488"/>
                <a:gd name="csY1" fmla="*/ 4600876 h 4600876"/>
                <a:gd name="csX2" fmla="*/ 0 w 4148488"/>
                <a:gd name="csY2" fmla="*/ 2609341 h 4600876"/>
                <a:gd name="csX3" fmla="*/ 1 w 4148488"/>
                <a:gd name="csY3" fmla="*/ 1868195 h 4600876"/>
                <a:gd name="csX4" fmla="*/ 3667226 w 4148488"/>
                <a:gd name="csY4" fmla="*/ 0 h 4600876"/>
                <a:gd name="csX0" fmla="*/ 3667226 w 4152169"/>
                <a:gd name="csY0" fmla="*/ 0 h 4649003"/>
                <a:gd name="csX1" fmla="*/ 4148488 w 4152169"/>
                <a:gd name="csY1" fmla="*/ 4600876 h 4649003"/>
                <a:gd name="csX2" fmla="*/ 4152169 w 4152169"/>
                <a:gd name="csY2" fmla="*/ 4649003 h 4649003"/>
                <a:gd name="csX3" fmla="*/ 0 w 4152169"/>
                <a:gd name="csY3" fmla="*/ 2609341 h 4649003"/>
                <a:gd name="csX4" fmla="*/ 1 w 4152169"/>
                <a:gd name="csY4" fmla="*/ 1868195 h 4649003"/>
                <a:gd name="csX5" fmla="*/ 3667226 w 4152169"/>
                <a:gd name="csY5" fmla="*/ 0 h 4649003"/>
                <a:gd name="csX0" fmla="*/ 3667226 w 4148488"/>
                <a:gd name="csY0" fmla="*/ 0 h 4677879"/>
                <a:gd name="csX1" fmla="*/ 4148488 w 4148488"/>
                <a:gd name="csY1" fmla="*/ 4600876 h 4677879"/>
                <a:gd name="csX2" fmla="*/ 3767159 w 4148488"/>
                <a:gd name="csY2" fmla="*/ 4677879 h 4677879"/>
                <a:gd name="csX3" fmla="*/ 0 w 4148488"/>
                <a:gd name="csY3" fmla="*/ 2609341 h 4677879"/>
                <a:gd name="csX4" fmla="*/ 1 w 4148488"/>
                <a:gd name="csY4" fmla="*/ 1868195 h 4677879"/>
                <a:gd name="csX5" fmla="*/ 3667226 w 4148488"/>
                <a:gd name="csY5" fmla="*/ 0 h 4677879"/>
                <a:gd name="csX0" fmla="*/ 3667226 w 7353701"/>
                <a:gd name="csY0" fmla="*/ 0 h 4677879"/>
                <a:gd name="csX1" fmla="*/ 7353701 w 7353701"/>
                <a:gd name="csY1" fmla="*/ 2723950 h 4677879"/>
                <a:gd name="csX2" fmla="*/ 3767159 w 7353701"/>
                <a:gd name="csY2" fmla="*/ 4677879 h 4677879"/>
                <a:gd name="csX3" fmla="*/ 0 w 7353701"/>
                <a:gd name="csY3" fmla="*/ 2609341 h 4677879"/>
                <a:gd name="csX4" fmla="*/ 1 w 7353701"/>
                <a:gd name="csY4" fmla="*/ 1868195 h 4677879"/>
                <a:gd name="csX5" fmla="*/ 3667226 w 7353701"/>
                <a:gd name="csY5" fmla="*/ 0 h 4677879"/>
                <a:gd name="csX0" fmla="*/ 3667226 w 7353701"/>
                <a:gd name="csY0" fmla="*/ 0 h 4600877"/>
                <a:gd name="csX1" fmla="*/ 7353701 w 7353701"/>
                <a:gd name="csY1" fmla="*/ 2723950 h 4600877"/>
                <a:gd name="csX2" fmla="*/ 4132919 w 7353701"/>
                <a:gd name="csY2" fmla="*/ 4600877 h 4600877"/>
                <a:gd name="csX3" fmla="*/ 0 w 7353701"/>
                <a:gd name="csY3" fmla="*/ 2609341 h 4600877"/>
                <a:gd name="csX4" fmla="*/ 1 w 7353701"/>
                <a:gd name="csY4" fmla="*/ 1868195 h 4600877"/>
                <a:gd name="csX5" fmla="*/ 3667226 w 7353701"/>
                <a:gd name="csY5" fmla="*/ 0 h 4600877"/>
                <a:gd name="csX0" fmla="*/ 3667226 w 7353701"/>
                <a:gd name="csY0" fmla="*/ 0 h 4600877"/>
                <a:gd name="csX1" fmla="*/ 7353701 w 7353701"/>
                <a:gd name="csY1" fmla="*/ 2723950 h 4600877"/>
                <a:gd name="csX2" fmla="*/ 7290005 w 7353701"/>
                <a:gd name="csY2" fmla="*/ 2714326 h 4600877"/>
                <a:gd name="csX3" fmla="*/ 4132919 w 7353701"/>
                <a:gd name="csY3" fmla="*/ 4600877 h 4600877"/>
                <a:gd name="csX4" fmla="*/ 0 w 7353701"/>
                <a:gd name="csY4" fmla="*/ 2609341 h 4600877"/>
                <a:gd name="csX5" fmla="*/ 1 w 7353701"/>
                <a:gd name="csY5" fmla="*/ 1868195 h 4600877"/>
                <a:gd name="csX6" fmla="*/ 3667226 w 7353701"/>
                <a:gd name="csY6" fmla="*/ 0 h 4600877"/>
                <a:gd name="csX0" fmla="*/ 3667226 w 7353701"/>
                <a:gd name="csY0" fmla="*/ 0 h 4600877"/>
                <a:gd name="csX1" fmla="*/ 7353701 w 7353701"/>
                <a:gd name="csY1" fmla="*/ 2723950 h 4600877"/>
                <a:gd name="csX2" fmla="*/ 7270754 w 7353701"/>
                <a:gd name="csY2" fmla="*/ 3003084 h 4600877"/>
                <a:gd name="csX3" fmla="*/ 4132919 w 7353701"/>
                <a:gd name="csY3" fmla="*/ 4600877 h 4600877"/>
                <a:gd name="csX4" fmla="*/ 0 w 7353701"/>
                <a:gd name="csY4" fmla="*/ 2609341 h 4600877"/>
                <a:gd name="csX5" fmla="*/ 1 w 7353701"/>
                <a:gd name="csY5" fmla="*/ 1868195 h 4600877"/>
                <a:gd name="csX6" fmla="*/ 3667226 w 7353701"/>
                <a:gd name="csY6" fmla="*/ 0 h 4600877"/>
                <a:gd name="csX0" fmla="*/ 3667226 w 7344076"/>
                <a:gd name="csY0" fmla="*/ 0 h 4600877"/>
                <a:gd name="csX1" fmla="*/ 7344076 w 7344076"/>
                <a:gd name="csY1" fmla="*/ 1886552 h 4600877"/>
                <a:gd name="csX2" fmla="*/ 7270754 w 7344076"/>
                <a:gd name="csY2" fmla="*/ 3003084 h 4600877"/>
                <a:gd name="csX3" fmla="*/ 4132919 w 7344076"/>
                <a:gd name="csY3" fmla="*/ 4600877 h 4600877"/>
                <a:gd name="csX4" fmla="*/ 0 w 7344076"/>
                <a:gd name="csY4" fmla="*/ 2609341 h 4600877"/>
                <a:gd name="csX5" fmla="*/ 1 w 7344076"/>
                <a:gd name="csY5" fmla="*/ 1868195 h 4600877"/>
                <a:gd name="csX6" fmla="*/ 3667226 w 7344076"/>
                <a:gd name="csY6" fmla="*/ 0 h 4600877"/>
                <a:gd name="csX0" fmla="*/ 3667226 w 7357381"/>
                <a:gd name="csY0" fmla="*/ 0 h 4600877"/>
                <a:gd name="csX1" fmla="*/ 7344076 w 7357381"/>
                <a:gd name="csY1" fmla="*/ 1886552 h 4600877"/>
                <a:gd name="csX2" fmla="*/ 7357381 w 7357381"/>
                <a:gd name="csY2" fmla="*/ 2666200 h 4600877"/>
                <a:gd name="csX3" fmla="*/ 4132919 w 7357381"/>
                <a:gd name="csY3" fmla="*/ 4600877 h 4600877"/>
                <a:gd name="csX4" fmla="*/ 0 w 7357381"/>
                <a:gd name="csY4" fmla="*/ 2609341 h 4600877"/>
                <a:gd name="csX5" fmla="*/ 1 w 7357381"/>
                <a:gd name="csY5" fmla="*/ 1868195 h 4600877"/>
                <a:gd name="csX6" fmla="*/ 3667226 w 7357381"/>
                <a:gd name="csY6" fmla="*/ 0 h 4600877"/>
                <a:gd name="csX0" fmla="*/ 3667226 w 7367006"/>
                <a:gd name="csY0" fmla="*/ 0 h 4600877"/>
                <a:gd name="csX1" fmla="*/ 7344076 w 7367006"/>
                <a:gd name="csY1" fmla="*/ 1886552 h 4600877"/>
                <a:gd name="csX2" fmla="*/ 7367006 w 7367006"/>
                <a:gd name="csY2" fmla="*/ 2704701 h 4600877"/>
                <a:gd name="csX3" fmla="*/ 4132919 w 7367006"/>
                <a:gd name="csY3" fmla="*/ 4600877 h 4600877"/>
                <a:gd name="csX4" fmla="*/ 0 w 7367006"/>
                <a:gd name="csY4" fmla="*/ 2609341 h 4600877"/>
                <a:gd name="csX5" fmla="*/ 1 w 7367006"/>
                <a:gd name="csY5" fmla="*/ 1868195 h 4600877"/>
                <a:gd name="csX6" fmla="*/ 3667226 w 7367006"/>
                <a:gd name="csY6" fmla="*/ 0 h 46008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67006" h="4600877">
                  <a:moveTo>
                    <a:pt x="3667226" y="0"/>
                  </a:moveTo>
                  <a:lnTo>
                    <a:pt x="7344076" y="1886552"/>
                  </a:lnTo>
                  <a:lnTo>
                    <a:pt x="7367006" y="2704701"/>
                  </a:lnTo>
                  <a:lnTo>
                    <a:pt x="4132919" y="4600877"/>
                  </a:lnTo>
                  <a:lnTo>
                    <a:pt x="0" y="2609341"/>
                  </a:lnTo>
                  <a:cubicBezTo>
                    <a:pt x="0" y="2362292"/>
                    <a:pt x="1" y="2115244"/>
                    <a:pt x="1" y="1868195"/>
                  </a:cubicBezTo>
                  <a:lnTo>
                    <a:pt x="366722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 dirty="0"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CC59DEB6-E17D-B7E0-2AF2-586E20B6256E}"/>
                </a:ext>
              </a:extLst>
            </p:cNvPr>
            <p:cNvSpPr/>
            <p:nvPr/>
          </p:nvSpPr>
          <p:spPr>
            <a:xfrm>
              <a:off x="5355206" y="2435379"/>
              <a:ext cx="1225216" cy="2777067"/>
            </a:xfrm>
            <a:custGeom>
              <a:avLst/>
              <a:gdLst>
                <a:gd name="csX0" fmla="*/ 1338207 w 1343647"/>
                <a:gd name="csY0" fmla="*/ 2809361 h 2809361"/>
                <a:gd name="csX1" fmla="*/ 1194274 w 1343647"/>
                <a:gd name="csY1" fmla="*/ 2733161 h 2809361"/>
                <a:gd name="csX2" fmla="*/ 343374 w 1343647"/>
                <a:gd name="csY2" fmla="*/ 2364861 h 2809361"/>
                <a:gd name="csX3" fmla="*/ 233307 w 1343647"/>
                <a:gd name="csY3" fmla="*/ 1552061 h 2809361"/>
                <a:gd name="csX4" fmla="*/ 347607 w 1343647"/>
                <a:gd name="csY4" fmla="*/ 1217627 h 2809361"/>
                <a:gd name="csX5" fmla="*/ 474 w 1343647"/>
                <a:gd name="csY5" fmla="*/ 984794 h 2809361"/>
                <a:gd name="csX6" fmla="*/ 284107 w 1343647"/>
                <a:gd name="csY6" fmla="*/ 485261 h 2809361"/>
                <a:gd name="csX7" fmla="*/ 754007 w 1343647"/>
                <a:gd name="csY7" fmla="*/ 298994 h 2809361"/>
                <a:gd name="csX8" fmla="*/ 847141 w 1343647"/>
                <a:gd name="csY8" fmla="*/ 61927 h 2809361"/>
                <a:gd name="csX9" fmla="*/ 851374 w 1343647"/>
                <a:gd name="csY9" fmla="*/ 6894 h 2809361"/>
                <a:gd name="csX10" fmla="*/ 825974 w 1343647"/>
                <a:gd name="csY10" fmla="*/ 2661 h 2809361"/>
                <a:gd name="csX0" fmla="*/ 1338207 w 1343647"/>
                <a:gd name="csY0" fmla="*/ 2802467 h 2802467"/>
                <a:gd name="csX1" fmla="*/ 1194274 w 1343647"/>
                <a:gd name="csY1" fmla="*/ 2726267 h 2802467"/>
                <a:gd name="csX2" fmla="*/ 343374 w 1343647"/>
                <a:gd name="csY2" fmla="*/ 2357967 h 2802467"/>
                <a:gd name="csX3" fmla="*/ 233307 w 1343647"/>
                <a:gd name="csY3" fmla="*/ 1545167 h 2802467"/>
                <a:gd name="csX4" fmla="*/ 347607 w 1343647"/>
                <a:gd name="csY4" fmla="*/ 1210733 h 2802467"/>
                <a:gd name="csX5" fmla="*/ 474 w 1343647"/>
                <a:gd name="csY5" fmla="*/ 977900 h 2802467"/>
                <a:gd name="csX6" fmla="*/ 284107 w 1343647"/>
                <a:gd name="csY6" fmla="*/ 478367 h 2802467"/>
                <a:gd name="csX7" fmla="*/ 754007 w 1343647"/>
                <a:gd name="csY7" fmla="*/ 292100 h 2802467"/>
                <a:gd name="csX8" fmla="*/ 847141 w 1343647"/>
                <a:gd name="csY8" fmla="*/ 55033 h 2802467"/>
                <a:gd name="csX9" fmla="*/ 851374 w 1343647"/>
                <a:gd name="csY9" fmla="*/ 0 h 2802467"/>
                <a:gd name="connsiteX0" fmla="*/ 1341901 w 1347341"/>
                <a:gd name="connsiteY0" fmla="*/ 2802467 h 2802467"/>
                <a:gd name="connsiteX1" fmla="*/ 1197968 w 1347341"/>
                <a:gd name="connsiteY1" fmla="*/ 2726267 h 2802467"/>
                <a:gd name="connsiteX2" fmla="*/ 347068 w 1347341"/>
                <a:gd name="connsiteY2" fmla="*/ 2357967 h 2802467"/>
                <a:gd name="connsiteX3" fmla="*/ 237001 w 1347341"/>
                <a:gd name="connsiteY3" fmla="*/ 1545167 h 2802467"/>
                <a:gd name="connsiteX4" fmla="*/ 497659 w 1347341"/>
                <a:gd name="connsiteY4" fmla="*/ 1197644 h 2802467"/>
                <a:gd name="connsiteX5" fmla="*/ 4168 w 1347341"/>
                <a:gd name="connsiteY5" fmla="*/ 977900 h 2802467"/>
                <a:gd name="connsiteX6" fmla="*/ 287801 w 1347341"/>
                <a:gd name="connsiteY6" fmla="*/ 478367 h 2802467"/>
                <a:gd name="connsiteX7" fmla="*/ 757701 w 1347341"/>
                <a:gd name="connsiteY7" fmla="*/ 292100 h 2802467"/>
                <a:gd name="connsiteX8" fmla="*/ 850835 w 1347341"/>
                <a:gd name="connsiteY8" fmla="*/ 55033 h 2802467"/>
                <a:gd name="connsiteX9" fmla="*/ 855068 w 1347341"/>
                <a:gd name="connsiteY9" fmla="*/ 0 h 2802467"/>
                <a:gd name="connsiteX0" fmla="*/ 1341901 w 1347341"/>
                <a:gd name="connsiteY0" fmla="*/ 2802467 h 2802467"/>
                <a:gd name="connsiteX1" fmla="*/ 1197968 w 1347341"/>
                <a:gd name="connsiteY1" fmla="*/ 2726267 h 2802467"/>
                <a:gd name="connsiteX2" fmla="*/ 347068 w 1347341"/>
                <a:gd name="connsiteY2" fmla="*/ 2357967 h 2802467"/>
                <a:gd name="connsiteX3" fmla="*/ 370053 w 1347341"/>
                <a:gd name="connsiteY3" fmla="*/ 1551712 h 2802467"/>
                <a:gd name="connsiteX4" fmla="*/ 497659 w 1347341"/>
                <a:gd name="connsiteY4" fmla="*/ 1197644 h 2802467"/>
                <a:gd name="connsiteX5" fmla="*/ 4168 w 1347341"/>
                <a:gd name="connsiteY5" fmla="*/ 977900 h 2802467"/>
                <a:gd name="connsiteX6" fmla="*/ 287801 w 1347341"/>
                <a:gd name="connsiteY6" fmla="*/ 478367 h 2802467"/>
                <a:gd name="connsiteX7" fmla="*/ 757701 w 1347341"/>
                <a:gd name="connsiteY7" fmla="*/ 292100 h 2802467"/>
                <a:gd name="connsiteX8" fmla="*/ 850835 w 1347341"/>
                <a:gd name="connsiteY8" fmla="*/ 55033 h 2802467"/>
                <a:gd name="connsiteX9" fmla="*/ 855068 w 1347341"/>
                <a:gd name="connsiteY9" fmla="*/ 0 h 2802467"/>
                <a:gd name="connsiteX0" fmla="*/ 1341901 w 1347341"/>
                <a:gd name="connsiteY0" fmla="*/ 2802467 h 2802467"/>
                <a:gd name="connsiteX1" fmla="*/ 1197968 w 1347341"/>
                <a:gd name="connsiteY1" fmla="*/ 2726267 h 2802467"/>
                <a:gd name="connsiteX2" fmla="*/ 347068 w 1347341"/>
                <a:gd name="connsiteY2" fmla="*/ 2357967 h 2802467"/>
                <a:gd name="connsiteX3" fmla="*/ 449885 w 1347341"/>
                <a:gd name="connsiteY3" fmla="*/ 1564800 h 2802467"/>
                <a:gd name="connsiteX4" fmla="*/ 497659 w 1347341"/>
                <a:gd name="connsiteY4" fmla="*/ 1197644 h 2802467"/>
                <a:gd name="connsiteX5" fmla="*/ 4168 w 1347341"/>
                <a:gd name="connsiteY5" fmla="*/ 977900 h 2802467"/>
                <a:gd name="connsiteX6" fmla="*/ 287801 w 1347341"/>
                <a:gd name="connsiteY6" fmla="*/ 478367 h 2802467"/>
                <a:gd name="connsiteX7" fmla="*/ 757701 w 1347341"/>
                <a:gd name="connsiteY7" fmla="*/ 292100 h 2802467"/>
                <a:gd name="connsiteX8" fmla="*/ 850835 w 1347341"/>
                <a:gd name="connsiteY8" fmla="*/ 55033 h 2802467"/>
                <a:gd name="connsiteX9" fmla="*/ 855068 w 1347341"/>
                <a:gd name="connsiteY9" fmla="*/ 0 h 2802467"/>
                <a:gd name="connsiteX0" fmla="*/ 1341901 w 1347341"/>
                <a:gd name="connsiteY0" fmla="*/ 2802467 h 2802467"/>
                <a:gd name="connsiteX1" fmla="*/ 1197968 w 1347341"/>
                <a:gd name="connsiteY1" fmla="*/ 2726267 h 2802467"/>
                <a:gd name="connsiteX2" fmla="*/ 347068 w 1347341"/>
                <a:gd name="connsiteY2" fmla="*/ 2357967 h 2802467"/>
                <a:gd name="connsiteX3" fmla="*/ 449885 w 1347341"/>
                <a:gd name="connsiteY3" fmla="*/ 1564800 h 2802467"/>
                <a:gd name="connsiteX4" fmla="*/ 497659 w 1347341"/>
                <a:gd name="connsiteY4" fmla="*/ 1197644 h 2802467"/>
                <a:gd name="connsiteX5" fmla="*/ 4168 w 1347341"/>
                <a:gd name="connsiteY5" fmla="*/ 977900 h 2802467"/>
                <a:gd name="connsiteX6" fmla="*/ 287801 w 1347341"/>
                <a:gd name="connsiteY6" fmla="*/ 478367 h 2802467"/>
                <a:gd name="connsiteX7" fmla="*/ 757701 w 1347341"/>
                <a:gd name="connsiteY7" fmla="*/ 292100 h 2802467"/>
                <a:gd name="connsiteX8" fmla="*/ 850835 w 1347341"/>
                <a:gd name="connsiteY8" fmla="*/ 55033 h 2802467"/>
                <a:gd name="connsiteX9" fmla="*/ 855068 w 1347341"/>
                <a:gd name="connsiteY9" fmla="*/ 0 h 2802467"/>
                <a:gd name="connsiteX0" fmla="*/ 1341901 w 1347341"/>
                <a:gd name="connsiteY0" fmla="*/ 2802467 h 2802467"/>
                <a:gd name="connsiteX1" fmla="*/ 1197968 w 1347341"/>
                <a:gd name="connsiteY1" fmla="*/ 2726267 h 2802467"/>
                <a:gd name="connsiteX2" fmla="*/ 347068 w 1347341"/>
                <a:gd name="connsiteY2" fmla="*/ 2357967 h 2802467"/>
                <a:gd name="connsiteX3" fmla="*/ 449885 w 1347341"/>
                <a:gd name="connsiteY3" fmla="*/ 1564800 h 2802467"/>
                <a:gd name="connsiteX4" fmla="*/ 497659 w 1347341"/>
                <a:gd name="connsiteY4" fmla="*/ 1197644 h 2802467"/>
                <a:gd name="connsiteX5" fmla="*/ 4168 w 1347341"/>
                <a:gd name="connsiteY5" fmla="*/ 977900 h 2802467"/>
                <a:gd name="connsiteX6" fmla="*/ 287801 w 1347341"/>
                <a:gd name="connsiteY6" fmla="*/ 478367 h 2802467"/>
                <a:gd name="connsiteX7" fmla="*/ 757701 w 1347341"/>
                <a:gd name="connsiteY7" fmla="*/ 292100 h 2802467"/>
                <a:gd name="connsiteX8" fmla="*/ 850835 w 1347341"/>
                <a:gd name="connsiteY8" fmla="*/ 55033 h 2802467"/>
                <a:gd name="connsiteX9" fmla="*/ 855068 w 1347341"/>
                <a:gd name="connsiteY9" fmla="*/ 0 h 2802467"/>
                <a:gd name="connsiteX0" fmla="*/ 1337762 w 1343202"/>
                <a:gd name="connsiteY0" fmla="*/ 2802467 h 2802467"/>
                <a:gd name="connsiteX1" fmla="*/ 1193829 w 1343202"/>
                <a:gd name="connsiteY1" fmla="*/ 2726267 h 2802467"/>
                <a:gd name="connsiteX2" fmla="*/ 342929 w 1343202"/>
                <a:gd name="connsiteY2" fmla="*/ 2357967 h 2802467"/>
                <a:gd name="connsiteX3" fmla="*/ 445746 w 1343202"/>
                <a:gd name="connsiteY3" fmla="*/ 1564800 h 2802467"/>
                <a:gd name="connsiteX4" fmla="*/ 267331 w 1343202"/>
                <a:gd name="connsiteY4" fmla="*/ 1184554 h 2802467"/>
                <a:gd name="connsiteX5" fmla="*/ 29 w 1343202"/>
                <a:gd name="connsiteY5" fmla="*/ 977900 h 2802467"/>
                <a:gd name="connsiteX6" fmla="*/ 283662 w 1343202"/>
                <a:gd name="connsiteY6" fmla="*/ 478367 h 2802467"/>
                <a:gd name="connsiteX7" fmla="*/ 753562 w 1343202"/>
                <a:gd name="connsiteY7" fmla="*/ 292100 h 2802467"/>
                <a:gd name="connsiteX8" fmla="*/ 846696 w 1343202"/>
                <a:gd name="connsiteY8" fmla="*/ 55033 h 2802467"/>
                <a:gd name="connsiteX9" fmla="*/ 850929 w 1343202"/>
                <a:gd name="connsiteY9" fmla="*/ 0 h 2802467"/>
                <a:gd name="connsiteX0" fmla="*/ 1337763 w 1343203"/>
                <a:gd name="connsiteY0" fmla="*/ 2802467 h 2802467"/>
                <a:gd name="connsiteX1" fmla="*/ 1193830 w 1343203"/>
                <a:gd name="connsiteY1" fmla="*/ 2726267 h 2802467"/>
                <a:gd name="connsiteX2" fmla="*/ 342930 w 1343203"/>
                <a:gd name="connsiteY2" fmla="*/ 2357967 h 2802467"/>
                <a:gd name="connsiteX3" fmla="*/ 552188 w 1343203"/>
                <a:gd name="connsiteY3" fmla="*/ 1715322 h 2802467"/>
                <a:gd name="connsiteX4" fmla="*/ 267332 w 1343203"/>
                <a:gd name="connsiteY4" fmla="*/ 1184554 h 2802467"/>
                <a:gd name="connsiteX5" fmla="*/ 30 w 1343203"/>
                <a:gd name="connsiteY5" fmla="*/ 977900 h 2802467"/>
                <a:gd name="connsiteX6" fmla="*/ 283663 w 1343203"/>
                <a:gd name="connsiteY6" fmla="*/ 478367 h 2802467"/>
                <a:gd name="connsiteX7" fmla="*/ 753563 w 1343203"/>
                <a:gd name="connsiteY7" fmla="*/ 292100 h 2802467"/>
                <a:gd name="connsiteX8" fmla="*/ 846697 w 1343203"/>
                <a:gd name="connsiteY8" fmla="*/ 55033 h 2802467"/>
                <a:gd name="connsiteX9" fmla="*/ 850930 w 1343203"/>
                <a:gd name="connsiteY9" fmla="*/ 0 h 2802467"/>
                <a:gd name="connsiteX0" fmla="*/ 1337763 w 1343203"/>
                <a:gd name="connsiteY0" fmla="*/ 2802467 h 2802467"/>
                <a:gd name="connsiteX1" fmla="*/ 1193830 w 1343203"/>
                <a:gd name="connsiteY1" fmla="*/ 2726267 h 2802467"/>
                <a:gd name="connsiteX2" fmla="*/ 342930 w 1343203"/>
                <a:gd name="connsiteY2" fmla="*/ 2357967 h 2802467"/>
                <a:gd name="connsiteX3" fmla="*/ 505619 w 1343203"/>
                <a:gd name="connsiteY3" fmla="*/ 1695688 h 2802467"/>
                <a:gd name="connsiteX4" fmla="*/ 267332 w 1343203"/>
                <a:gd name="connsiteY4" fmla="*/ 1184554 h 2802467"/>
                <a:gd name="connsiteX5" fmla="*/ 30 w 1343203"/>
                <a:gd name="connsiteY5" fmla="*/ 977900 h 2802467"/>
                <a:gd name="connsiteX6" fmla="*/ 283663 w 1343203"/>
                <a:gd name="connsiteY6" fmla="*/ 478367 h 2802467"/>
                <a:gd name="connsiteX7" fmla="*/ 753563 w 1343203"/>
                <a:gd name="connsiteY7" fmla="*/ 292100 h 2802467"/>
                <a:gd name="connsiteX8" fmla="*/ 846697 w 1343203"/>
                <a:gd name="connsiteY8" fmla="*/ 55033 h 2802467"/>
                <a:gd name="connsiteX9" fmla="*/ 850930 w 1343203"/>
                <a:gd name="connsiteY9" fmla="*/ 0 h 2802467"/>
                <a:gd name="connsiteX0" fmla="*/ 1337764 w 1343204"/>
                <a:gd name="connsiteY0" fmla="*/ 2802467 h 2802467"/>
                <a:gd name="connsiteX1" fmla="*/ 1193831 w 1343204"/>
                <a:gd name="connsiteY1" fmla="*/ 2726267 h 2802467"/>
                <a:gd name="connsiteX2" fmla="*/ 342931 w 1343204"/>
                <a:gd name="connsiteY2" fmla="*/ 2357967 h 2802467"/>
                <a:gd name="connsiteX3" fmla="*/ 584085 w 1343204"/>
                <a:gd name="connsiteY3" fmla="*/ 1723757 h 2802467"/>
                <a:gd name="connsiteX4" fmla="*/ 267333 w 1343204"/>
                <a:gd name="connsiteY4" fmla="*/ 1184554 h 2802467"/>
                <a:gd name="connsiteX5" fmla="*/ 31 w 1343204"/>
                <a:gd name="connsiteY5" fmla="*/ 977900 h 2802467"/>
                <a:gd name="connsiteX6" fmla="*/ 283664 w 1343204"/>
                <a:gd name="connsiteY6" fmla="*/ 478367 h 2802467"/>
                <a:gd name="connsiteX7" fmla="*/ 753564 w 1343204"/>
                <a:gd name="connsiteY7" fmla="*/ 292100 h 2802467"/>
                <a:gd name="connsiteX8" fmla="*/ 846698 w 1343204"/>
                <a:gd name="connsiteY8" fmla="*/ 55033 h 2802467"/>
                <a:gd name="connsiteX9" fmla="*/ 850931 w 1343204"/>
                <a:gd name="connsiteY9" fmla="*/ 0 h 2802467"/>
                <a:gd name="connsiteX0" fmla="*/ 1337770 w 1343210"/>
                <a:gd name="connsiteY0" fmla="*/ 2802467 h 2802467"/>
                <a:gd name="connsiteX1" fmla="*/ 1193837 w 1343210"/>
                <a:gd name="connsiteY1" fmla="*/ 2726267 h 2802467"/>
                <a:gd name="connsiteX2" fmla="*/ 342937 w 1343210"/>
                <a:gd name="connsiteY2" fmla="*/ 2357967 h 2802467"/>
                <a:gd name="connsiteX3" fmla="*/ 584091 w 1343210"/>
                <a:gd name="connsiteY3" fmla="*/ 1723757 h 2802467"/>
                <a:gd name="connsiteX4" fmla="*/ 267339 w 1343210"/>
                <a:gd name="connsiteY4" fmla="*/ 1184554 h 2802467"/>
                <a:gd name="connsiteX5" fmla="*/ 37 w 1343210"/>
                <a:gd name="connsiteY5" fmla="*/ 977900 h 2802467"/>
                <a:gd name="connsiteX6" fmla="*/ 283670 w 1343210"/>
                <a:gd name="connsiteY6" fmla="*/ 478367 h 2802467"/>
                <a:gd name="connsiteX7" fmla="*/ 753570 w 1343210"/>
                <a:gd name="connsiteY7" fmla="*/ 292100 h 2802467"/>
                <a:gd name="connsiteX8" fmla="*/ 846704 w 1343210"/>
                <a:gd name="connsiteY8" fmla="*/ 55033 h 2802467"/>
                <a:gd name="connsiteX9" fmla="*/ 850937 w 1343210"/>
                <a:gd name="connsiteY9" fmla="*/ 0 h 2802467"/>
                <a:gd name="connsiteX0" fmla="*/ 1337875 w 1343315"/>
                <a:gd name="connsiteY0" fmla="*/ 2802467 h 2802467"/>
                <a:gd name="connsiteX1" fmla="*/ 1193942 w 1343315"/>
                <a:gd name="connsiteY1" fmla="*/ 2726267 h 2802467"/>
                <a:gd name="connsiteX2" fmla="*/ 343042 w 1343315"/>
                <a:gd name="connsiteY2" fmla="*/ 2357967 h 2802467"/>
                <a:gd name="connsiteX3" fmla="*/ 584196 w 1343315"/>
                <a:gd name="connsiteY3" fmla="*/ 1723757 h 2802467"/>
                <a:gd name="connsiteX4" fmla="*/ 253177 w 1343315"/>
                <a:gd name="connsiteY4" fmla="*/ 1216131 h 2802467"/>
                <a:gd name="connsiteX5" fmla="*/ 142 w 1343315"/>
                <a:gd name="connsiteY5" fmla="*/ 977900 h 2802467"/>
                <a:gd name="connsiteX6" fmla="*/ 283775 w 1343315"/>
                <a:gd name="connsiteY6" fmla="*/ 478367 h 2802467"/>
                <a:gd name="connsiteX7" fmla="*/ 753675 w 1343315"/>
                <a:gd name="connsiteY7" fmla="*/ 292100 h 2802467"/>
                <a:gd name="connsiteX8" fmla="*/ 846809 w 1343315"/>
                <a:gd name="connsiteY8" fmla="*/ 55033 h 2802467"/>
                <a:gd name="connsiteX9" fmla="*/ 851042 w 1343315"/>
                <a:gd name="connsiteY9" fmla="*/ 0 h 2802467"/>
                <a:gd name="csX0" fmla="*/ 1340096 w 1345536"/>
                <a:gd name="csY0" fmla="*/ 2802467 h 2802467"/>
                <a:gd name="csX1" fmla="*/ 1196163 w 1345536"/>
                <a:gd name="csY1" fmla="*/ 2726267 h 2802467"/>
                <a:gd name="csX2" fmla="*/ 345263 w 1345536"/>
                <a:gd name="csY2" fmla="*/ 2357967 h 2802467"/>
                <a:gd name="csX3" fmla="*/ 586417 w 1345536"/>
                <a:gd name="csY3" fmla="*/ 1723757 h 2802467"/>
                <a:gd name="csX4" fmla="*/ 437791 w 1345536"/>
                <a:gd name="csY4" fmla="*/ 1116806 h 2802467"/>
                <a:gd name="csX5" fmla="*/ 2363 w 1345536"/>
                <a:gd name="csY5" fmla="*/ 977900 h 2802467"/>
                <a:gd name="csX6" fmla="*/ 285996 w 1345536"/>
                <a:gd name="csY6" fmla="*/ 478367 h 2802467"/>
                <a:gd name="csX7" fmla="*/ 755896 w 1345536"/>
                <a:gd name="csY7" fmla="*/ 292100 h 2802467"/>
                <a:gd name="csX8" fmla="*/ 849030 w 1345536"/>
                <a:gd name="csY8" fmla="*/ 55033 h 2802467"/>
                <a:gd name="csX9" fmla="*/ 853263 w 1345536"/>
                <a:gd name="csY9" fmla="*/ 0 h 2802467"/>
                <a:gd name="csX0" fmla="*/ 1345360 w 1350800"/>
                <a:gd name="csY0" fmla="*/ 2802467 h 2802467"/>
                <a:gd name="csX1" fmla="*/ 1201427 w 1350800"/>
                <a:gd name="csY1" fmla="*/ 2726267 h 2802467"/>
                <a:gd name="csX2" fmla="*/ 350527 w 1350800"/>
                <a:gd name="csY2" fmla="*/ 2357967 h 2802467"/>
                <a:gd name="csX3" fmla="*/ 591681 w 1350800"/>
                <a:gd name="csY3" fmla="*/ 1723757 h 2802467"/>
                <a:gd name="csX4" fmla="*/ 7627 w 1350800"/>
                <a:gd name="csY4" fmla="*/ 977900 h 2802467"/>
                <a:gd name="csX5" fmla="*/ 291260 w 1350800"/>
                <a:gd name="csY5" fmla="*/ 478367 h 2802467"/>
                <a:gd name="csX6" fmla="*/ 761160 w 1350800"/>
                <a:gd name="csY6" fmla="*/ 292100 h 2802467"/>
                <a:gd name="csX7" fmla="*/ 854294 w 1350800"/>
                <a:gd name="csY7" fmla="*/ 55033 h 2802467"/>
                <a:gd name="csX8" fmla="*/ 858527 w 1350800"/>
                <a:gd name="csY8" fmla="*/ 0 h 2802467"/>
                <a:gd name="csX0" fmla="*/ 1338775 w 1344215"/>
                <a:gd name="csY0" fmla="*/ 2802467 h 2802467"/>
                <a:gd name="csX1" fmla="*/ 1194842 w 1344215"/>
                <a:gd name="csY1" fmla="*/ 2726267 h 2802467"/>
                <a:gd name="csX2" fmla="*/ 343942 w 1344215"/>
                <a:gd name="csY2" fmla="*/ 2357967 h 2802467"/>
                <a:gd name="csX3" fmla="*/ 585096 w 1344215"/>
                <a:gd name="csY3" fmla="*/ 1723757 h 2802467"/>
                <a:gd name="csX4" fmla="*/ 1042 w 1344215"/>
                <a:gd name="csY4" fmla="*/ 977900 h 2802467"/>
                <a:gd name="csX5" fmla="*/ 754575 w 1344215"/>
                <a:gd name="csY5" fmla="*/ 292100 h 2802467"/>
                <a:gd name="csX6" fmla="*/ 847709 w 1344215"/>
                <a:gd name="csY6" fmla="*/ 55033 h 2802467"/>
                <a:gd name="csX7" fmla="*/ 851942 w 1344215"/>
                <a:gd name="csY7" fmla="*/ 0 h 2802467"/>
                <a:gd name="csX0" fmla="*/ 1338775 w 1344215"/>
                <a:gd name="csY0" fmla="*/ 2802467 h 2802467"/>
                <a:gd name="csX1" fmla="*/ 1194842 w 1344215"/>
                <a:gd name="csY1" fmla="*/ 2726267 h 2802467"/>
                <a:gd name="csX2" fmla="*/ 343942 w 1344215"/>
                <a:gd name="csY2" fmla="*/ 2357967 h 2802467"/>
                <a:gd name="csX3" fmla="*/ 585096 w 1344215"/>
                <a:gd name="csY3" fmla="*/ 1723757 h 2802467"/>
                <a:gd name="csX4" fmla="*/ 1042 w 1344215"/>
                <a:gd name="csY4" fmla="*/ 977900 h 2802467"/>
                <a:gd name="csX5" fmla="*/ 754575 w 1344215"/>
                <a:gd name="csY5" fmla="*/ 292100 h 2802467"/>
                <a:gd name="csX6" fmla="*/ 851942 w 1344215"/>
                <a:gd name="csY6" fmla="*/ 0 h 2802467"/>
                <a:gd name="csX0" fmla="*/ 1338775 w 1344215"/>
                <a:gd name="csY0" fmla="*/ 2802467 h 2802467"/>
                <a:gd name="csX1" fmla="*/ 1194842 w 1344215"/>
                <a:gd name="csY1" fmla="*/ 2726267 h 2802467"/>
                <a:gd name="csX2" fmla="*/ 343942 w 1344215"/>
                <a:gd name="csY2" fmla="*/ 2357967 h 2802467"/>
                <a:gd name="csX3" fmla="*/ 585096 w 1344215"/>
                <a:gd name="csY3" fmla="*/ 1723757 h 2802467"/>
                <a:gd name="csX4" fmla="*/ 1042 w 1344215"/>
                <a:gd name="csY4" fmla="*/ 977900 h 2802467"/>
                <a:gd name="csX5" fmla="*/ 754575 w 1344215"/>
                <a:gd name="csY5" fmla="*/ 292100 h 2802467"/>
                <a:gd name="csX6" fmla="*/ 812858 w 1344215"/>
                <a:gd name="csY6" fmla="*/ 0 h 2802467"/>
                <a:gd name="csX0" fmla="*/ 1338775 w 1344215"/>
                <a:gd name="csY0" fmla="*/ 2802467 h 2802467"/>
                <a:gd name="csX1" fmla="*/ 1194842 w 1344215"/>
                <a:gd name="csY1" fmla="*/ 2726267 h 2802467"/>
                <a:gd name="csX2" fmla="*/ 343942 w 1344215"/>
                <a:gd name="csY2" fmla="*/ 2357967 h 2802467"/>
                <a:gd name="csX3" fmla="*/ 585096 w 1344215"/>
                <a:gd name="csY3" fmla="*/ 1723757 h 2802467"/>
                <a:gd name="csX4" fmla="*/ 1042 w 1344215"/>
                <a:gd name="csY4" fmla="*/ 977900 h 2802467"/>
                <a:gd name="csX5" fmla="*/ 754575 w 1344215"/>
                <a:gd name="csY5" fmla="*/ 292100 h 2802467"/>
                <a:gd name="csX6" fmla="*/ 812858 w 1344215"/>
                <a:gd name="csY6" fmla="*/ 0 h 2802467"/>
                <a:gd name="csX0" fmla="*/ 1338775 w 1344215"/>
                <a:gd name="csY0" fmla="*/ 2802467 h 2802467"/>
                <a:gd name="csX1" fmla="*/ 1194842 w 1344215"/>
                <a:gd name="csY1" fmla="*/ 2726267 h 2802467"/>
                <a:gd name="csX2" fmla="*/ 343942 w 1344215"/>
                <a:gd name="csY2" fmla="*/ 2357967 h 2802467"/>
                <a:gd name="csX3" fmla="*/ 585096 w 1344215"/>
                <a:gd name="csY3" fmla="*/ 1723757 h 2802467"/>
                <a:gd name="csX4" fmla="*/ 1042 w 1344215"/>
                <a:gd name="csY4" fmla="*/ 977900 h 2802467"/>
                <a:gd name="csX5" fmla="*/ 754575 w 1344215"/>
                <a:gd name="csY5" fmla="*/ 292100 h 2802467"/>
                <a:gd name="csX6" fmla="*/ 812858 w 1344215"/>
                <a:gd name="csY6" fmla="*/ 0 h 2802467"/>
                <a:gd name="csX0" fmla="*/ 1337803 w 1343243"/>
                <a:gd name="csY0" fmla="*/ 2802467 h 2802467"/>
                <a:gd name="csX1" fmla="*/ 1193870 w 1343243"/>
                <a:gd name="csY1" fmla="*/ 2726267 h 2802467"/>
                <a:gd name="csX2" fmla="*/ 342970 w 1343243"/>
                <a:gd name="csY2" fmla="*/ 2357967 h 2802467"/>
                <a:gd name="csX3" fmla="*/ 584124 w 1343243"/>
                <a:gd name="csY3" fmla="*/ 1723757 h 2802467"/>
                <a:gd name="csX4" fmla="*/ 70 w 1343243"/>
                <a:gd name="csY4" fmla="*/ 977900 h 2802467"/>
                <a:gd name="csX5" fmla="*/ 626579 w 1343243"/>
                <a:gd name="csY5" fmla="*/ 337758 h 2802467"/>
                <a:gd name="csX6" fmla="*/ 811886 w 1343243"/>
                <a:gd name="csY6" fmla="*/ 0 h 2802467"/>
                <a:gd name="csX0" fmla="*/ 1337803 w 1343243"/>
                <a:gd name="csY0" fmla="*/ 2802467 h 2802467"/>
                <a:gd name="csX1" fmla="*/ 1193870 w 1343243"/>
                <a:gd name="csY1" fmla="*/ 2726267 h 2802467"/>
                <a:gd name="csX2" fmla="*/ 342970 w 1343243"/>
                <a:gd name="csY2" fmla="*/ 2357967 h 2802467"/>
                <a:gd name="csX3" fmla="*/ 584124 w 1343243"/>
                <a:gd name="csY3" fmla="*/ 1723757 h 2802467"/>
                <a:gd name="csX4" fmla="*/ 70 w 1343243"/>
                <a:gd name="csY4" fmla="*/ 977900 h 2802467"/>
                <a:gd name="csX5" fmla="*/ 626579 w 1343243"/>
                <a:gd name="csY5" fmla="*/ 337758 h 2802467"/>
                <a:gd name="csX6" fmla="*/ 811886 w 1343243"/>
                <a:gd name="csY6" fmla="*/ 0 h 2802467"/>
                <a:gd name="csX0" fmla="*/ 1292617 w 1298057"/>
                <a:gd name="csY0" fmla="*/ 2802467 h 2802467"/>
                <a:gd name="csX1" fmla="*/ 1148684 w 1298057"/>
                <a:gd name="csY1" fmla="*/ 2726267 h 2802467"/>
                <a:gd name="csX2" fmla="*/ 297784 w 1298057"/>
                <a:gd name="csY2" fmla="*/ 2357967 h 2802467"/>
                <a:gd name="csX3" fmla="*/ 538938 w 1298057"/>
                <a:gd name="csY3" fmla="*/ 1723757 h 2802467"/>
                <a:gd name="csX4" fmla="*/ 75 w 1298057"/>
                <a:gd name="csY4" fmla="*/ 969490 h 2802467"/>
                <a:gd name="csX5" fmla="*/ 581393 w 1298057"/>
                <a:gd name="csY5" fmla="*/ 337758 h 2802467"/>
                <a:gd name="csX6" fmla="*/ 766700 w 1298057"/>
                <a:gd name="csY6" fmla="*/ 0 h 2802467"/>
                <a:gd name="csX0" fmla="*/ 1290176 w 1295616"/>
                <a:gd name="csY0" fmla="*/ 2802467 h 2802467"/>
                <a:gd name="csX1" fmla="*/ 1146243 w 1295616"/>
                <a:gd name="csY1" fmla="*/ 2726267 h 2802467"/>
                <a:gd name="csX2" fmla="*/ 295343 w 1295616"/>
                <a:gd name="csY2" fmla="*/ 2357967 h 2802467"/>
                <a:gd name="csX3" fmla="*/ 536497 w 1295616"/>
                <a:gd name="csY3" fmla="*/ 1723757 h 2802467"/>
                <a:gd name="csX4" fmla="*/ 76 w 1295616"/>
                <a:gd name="csY4" fmla="*/ 956273 h 2802467"/>
                <a:gd name="csX5" fmla="*/ 578952 w 1295616"/>
                <a:gd name="csY5" fmla="*/ 337758 h 2802467"/>
                <a:gd name="csX6" fmla="*/ 764259 w 1295616"/>
                <a:gd name="csY6" fmla="*/ 0 h 2802467"/>
                <a:gd name="csX0" fmla="*/ 1285291 w 1290731"/>
                <a:gd name="csY0" fmla="*/ 2802467 h 2802467"/>
                <a:gd name="csX1" fmla="*/ 1141358 w 1290731"/>
                <a:gd name="csY1" fmla="*/ 2726267 h 2802467"/>
                <a:gd name="csX2" fmla="*/ 290458 w 1290731"/>
                <a:gd name="csY2" fmla="*/ 2357967 h 2802467"/>
                <a:gd name="csX3" fmla="*/ 531612 w 1290731"/>
                <a:gd name="csY3" fmla="*/ 1723757 h 2802467"/>
                <a:gd name="csX4" fmla="*/ 76 w 1290731"/>
                <a:gd name="csY4" fmla="*/ 931041 h 2802467"/>
                <a:gd name="csX5" fmla="*/ 574067 w 1290731"/>
                <a:gd name="csY5" fmla="*/ 337758 h 2802467"/>
                <a:gd name="csX6" fmla="*/ 759374 w 1290731"/>
                <a:gd name="csY6" fmla="*/ 0 h 2802467"/>
                <a:gd name="csX0" fmla="*/ 1285291 w 1290731"/>
                <a:gd name="csY0" fmla="*/ 2802467 h 2802467"/>
                <a:gd name="csX1" fmla="*/ 1141358 w 1290731"/>
                <a:gd name="csY1" fmla="*/ 2726267 h 2802467"/>
                <a:gd name="csX2" fmla="*/ 290458 w 1290731"/>
                <a:gd name="csY2" fmla="*/ 2357967 h 2802467"/>
                <a:gd name="csX3" fmla="*/ 531612 w 1290731"/>
                <a:gd name="csY3" fmla="*/ 1723757 h 2802467"/>
                <a:gd name="csX4" fmla="*/ 76 w 1290731"/>
                <a:gd name="csY4" fmla="*/ 931041 h 2802467"/>
                <a:gd name="csX5" fmla="*/ 574067 w 1290731"/>
                <a:gd name="csY5" fmla="*/ 337758 h 2802467"/>
                <a:gd name="csX6" fmla="*/ 759374 w 1290731"/>
                <a:gd name="csY6" fmla="*/ 0 h 2802467"/>
                <a:gd name="csX0" fmla="*/ 1285556 w 1290996"/>
                <a:gd name="csY0" fmla="*/ 2802467 h 2802467"/>
                <a:gd name="csX1" fmla="*/ 1141623 w 1290996"/>
                <a:gd name="csY1" fmla="*/ 2726267 h 2802467"/>
                <a:gd name="csX2" fmla="*/ 290723 w 1290996"/>
                <a:gd name="csY2" fmla="*/ 2357967 h 2802467"/>
                <a:gd name="csX3" fmla="*/ 531877 w 1290996"/>
                <a:gd name="csY3" fmla="*/ 1723757 h 2802467"/>
                <a:gd name="csX4" fmla="*/ 341 w 1290996"/>
                <a:gd name="csY4" fmla="*/ 931041 h 2802467"/>
                <a:gd name="csX5" fmla="*/ 623187 w 1290996"/>
                <a:gd name="csY5" fmla="*/ 325743 h 2802467"/>
                <a:gd name="csX6" fmla="*/ 759639 w 1290996"/>
                <a:gd name="csY6" fmla="*/ 0 h 2802467"/>
                <a:gd name="csX0" fmla="*/ 1285556 w 1290996"/>
                <a:gd name="csY0" fmla="*/ 2802467 h 2802467"/>
                <a:gd name="csX1" fmla="*/ 1141623 w 1290996"/>
                <a:gd name="csY1" fmla="*/ 2726267 h 2802467"/>
                <a:gd name="csX2" fmla="*/ 290723 w 1290996"/>
                <a:gd name="csY2" fmla="*/ 2357967 h 2802467"/>
                <a:gd name="csX3" fmla="*/ 531877 w 1290996"/>
                <a:gd name="csY3" fmla="*/ 1723757 h 2802467"/>
                <a:gd name="csX4" fmla="*/ 341 w 1290996"/>
                <a:gd name="csY4" fmla="*/ 931041 h 2802467"/>
                <a:gd name="csX5" fmla="*/ 623187 w 1290996"/>
                <a:gd name="csY5" fmla="*/ 325743 h 2802467"/>
                <a:gd name="csX6" fmla="*/ 759639 w 1290996"/>
                <a:gd name="csY6" fmla="*/ 0 h 2802467"/>
                <a:gd name="csX0" fmla="*/ 1285556 w 1290996"/>
                <a:gd name="csY0" fmla="*/ 2802467 h 2802467"/>
                <a:gd name="csX1" fmla="*/ 1141623 w 1290996"/>
                <a:gd name="csY1" fmla="*/ 2726267 h 2802467"/>
                <a:gd name="csX2" fmla="*/ 290723 w 1290996"/>
                <a:gd name="csY2" fmla="*/ 2357967 h 2802467"/>
                <a:gd name="csX3" fmla="*/ 531877 w 1290996"/>
                <a:gd name="csY3" fmla="*/ 1723757 h 2802467"/>
                <a:gd name="csX4" fmla="*/ 341 w 1290996"/>
                <a:gd name="csY4" fmla="*/ 931041 h 2802467"/>
                <a:gd name="csX5" fmla="*/ 623187 w 1290996"/>
                <a:gd name="csY5" fmla="*/ 325743 h 2802467"/>
                <a:gd name="csX6" fmla="*/ 759639 w 1290996"/>
                <a:gd name="csY6" fmla="*/ 0 h 2802467"/>
                <a:gd name="csX0" fmla="*/ 1285778 w 1291218"/>
                <a:gd name="csY0" fmla="*/ 2802467 h 2802467"/>
                <a:gd name="csX1" fmla="*/ 1141845 w 1291218"/>
                <a:gd name="csY1" fmla="*/ 2726267 h 2802467"/>
                <a:gd name="csX2" fmla="*/ 290945 w 1291218"/>
                <a:gd name="csY2" fmla="*/ 2357967 h 2802467"/>
                <a:gd name="csX3" fmla="*/ 532099 w 1291218"/>
                <a:gd name="csY3" fmla="*/ 1723757 h 2802467"/>
                <a:gd name="csX4" fmla="*/ 563 w 1291218"/>
                <a:gd name="csY4" fmla="*/ 931041 h 2802467"/>
                <a:gd name="csX5" fmla="*/ 650280 w 1291218"/>
                <a:gd name="csY5" fmla="*/ 335355 h 2802467"/>
                <a:gd name="csX6" fmla="*/ 759861 w 1291218"/>
                <a:gd name="csY6" fmla="*/ 0 h 2802467"/>
                <a:gd name="csX0" fmla="*/ 1285463 w 1290903"/>
                <a:gd name="csY0" fmla="*/ 2802467 h 2802467"/>
                <a:gd name="csX1" fmla="*/ 1141530 w 1290903"/>
                <a:gd name="csY1" fmla="*/ 2726267 h 2802467"/>
                <a:gd name="csX2" fmla="*/ 290630 w 1290903"/>
                <a:gd name="csY2" fmla="*/ 2357967 h 2802467"/>
                <a:gd name="csX3" fmla="*/ 531784 w 1290903"/>
                <a:gd name="csY3" fmla="*/ 1723757 h 2802467"/>
                <a:gd name="csX4" fmla="*/ 248 w 1290903"/>
                <a:gd name="csY4" fmla="*/ 931041 h 2802467"/>
                <a:gd name="csX5" fmla="*/ 609252 w 1290903"/>
                <a:gd name="csY5" fmla="*/ 344968 h 2802467"/>
                <a:gd name="csX6" fmla="*/ 759546 w 1290903"/>
                <a:gd name="csY6" fmla="*/ 0 h 2802467"/>
                <a:gd name="csX0" fmla="*/ 1285463 w 1290903"/>
                <a:gd name="csY0" fmla="*/ 2802467 h 2802467"/>
                <a:gd name="csX1" fmla="*/ 1141530 w 1290903"/>
                <a:gd name="csY1" fmla="*/ 2726267 h 2802467"/>
                <a:gd name="csX2" fmla="*/ 290630 w 1290903"/>
                <a:gd name="csY2" fmla="*/ 2357967 h 2802467"/>
                <a:gd name="csX3" fmla="*/ 531784 w 1290903"/>
                <a:gd name="csY3" fmla="*/ 1723757 h 2802467"/>
                <a:gd name="csX4" fmla="*/ 248 w 1290903"/>
                <a:gd name="csY4" fmla="*/ 931041 h 2802467"/>
                <a:gd name="csX5" fmla="*/ 609252 w 1290903"/>
                <a:gd name="csY5" fmla="*/ 344968 h 2802467"/>
                <a:gd name="csX6" fmla="*/ 759546 w 1290903"/>
                <a:gd name="csY6" fmla="*/ 0 h 2802467"/>
                <a:gd name="csX0" fmla="*/ 1285446 w 1290886"/>
                <a:gd name="csY0" fmla="*/ 2802467 h 2802467"/>
                <a:gd name="csX1" fmla="*/ 1141513 w 1290886"/>
                <a:gd name="csY1" fmla="*/ 2726267 h 2802467"/>
                <a:gd name="csX2" fmla="*/ 290613 w 1290886"/>
                <a:gd name="csY2" fmla="*/ 2357967 h 2802467"/>
                <a:gd name="csX3" fmla="*/ 531767 w 1290886"/>
                <a:gd name="csY3" fmla="*/ 1723757 h 2802467"/>
                <a:gd name="csX4" fmla="*/ 231 w 1290886"/>
                <a:gd name="csY4" fmla="*/ 931041 h 2802467"/>
                <a:gd name="csX5" fmla="*/ 609235 w 1290886"/>
                <a:gd name="csY5" fmla="*/ 344968 h 2802467"/>
                <a:gd name="csX6" fmla="*/ 759529 w 1290886"/>
                <a:gd name="csY6" fmla="*/ 0 h 2802467"/>
                <a:gd name="csX0" fmla="*/ 1285341 w 1290781"/>
                <a:gd name="csY0" fmla="*/ 2802467 h 2802467"/>
                <a:gd name="csX1" fmla="*/ 1141408 w 1290781"/>
                <a:gd name="csY1" fmla="*/ 2726267 h 2802467"/>
                <a:gd name="csX2" fmla="*/ 290508 w 1290781"/>
                <a:gd name="csY2" fmla="*/ 2357967 h 2802467"/>
                <a:gd name="csX3" fmla="*/ 551204 w 1290781"/>
                <a:gd name="csY3" fmla="*/ 1693319 h 2802467"/>
                <a:gd name="csX4" fmla="*/ 126 w 1290781"/>
                <a:gd name="csY4" fmla="*/ 931041 h 2802467"/>
                <a:gd name="csX5" fmla="*/ 609130 w 1290781"/>
                <a:gd name="csY5" fmla="*/ 344968 h 2802467"/>
                <a:gd name="csX6" fmla="*/ 759424 w 1290781"/>
                <a:gd name="csY6" fmla="*/ 0 h 2802467"/>
                <a:gd name="csX0" fmla="*/ 1285336 w 1290776"/>
                <a:gd name="csY0" fmla="*/ 2802467 h 2802467"/>
                <a:gd name="csX1" fmla="*/ 1141403 w 1290776"/>
                <a:gd name="csY1" fmla="*/ 2726267 h 2802467"/>
                <a:gd name="csX2" fmla="*/ 290503 w 1290776"/>
                <a:gd name="csY2" fmla="*/ 2357967 h 2802467"/>
                <a:gd name="csX3" fmla="*/ 551199 w 1290776"/>
                <a:gd name="csY3" fmla="*/ 1693319 h 2802467"/>
                <a:gd name="csX4" fmla="*/ 121 w 1290776"/>
                <a:gd name="csY4" fmla="*/ 931041 h 2802467"/>
                <a:gd name="csX5" fmla="*/ 609125 w 1290776"/>
                <a:gd name="csY5" fmla="*/ 344968 h 2802467"/>
                <a:gd name="csX6" fmla="*/ 759419 w 1290776"/>
                <a:gd name="csY6" fmla="*/ 0 h 2802467"/>
                <a:gd name="csX0" fmla="*/ 1285338 w 1290778"/>
                <a:gd name="csY0" fmla="*/ 2802467 h 2802467"/>
                <a:gd name="csX1" fmla="*/ 1141405 w 1290778"/>
                <a:gd name="csY1" fmla="*/ 2726267 h 2802467"/>
                <a:gd name="csX2" fmla="*/ 290505 w 1290778"/>
                <a:gd name="csY2" fmla="*/ 2357967 h 2802467"/>
                <a:gd name="csX3" fmla="*/ 551201 w 1290778"/>
                <a:gd name="csY3" fmla="*/ 1693319 h 2802467"/>
                <a:gd name="csX4" fmla="*/ 123 w 1290778"/>
                <a:gd name="csY4" fmla="*/ 931041 h 2802467"/>
                <a:gd name="csX5" fmla="*/ 609127 w 1290778"/>
                <a:gd name="csY5" fmla="*/ 344968 h 2802467"/>
                <a:gd name="csX6" fmla="*/ 759421 w 1290778"/>
                <a:gd name="csY6" fmla="*/ 0 h 2802467"/>
                <a:gd name="csX0" fmla="*/ 1285452 w 1290892"/>
                <a:gd name="csY0" fmla="*/ 2802467 h 2802467"/>
                <a:gd name="csX1" fmla="*/ 1141519 w 1290892"/>
                <a:gd name="csY1" fmla="*/ 2726267 h 2802467"/>
                <a:gd name="csX2" fmla="*/ 290619 w 1290892"/>
                <a:gd name="csY2" fmla="*/ 2357967 h 2802467"/>
                <a:gd name="csX3" fmla="*/ 530144 w 1290892"/>
                <a:gd name="csY3" fmla="*/ 1699727 h 2802467"/>
                <a:gd name="csX4" fmla="*/ 237 w 1290892"/>
                <a:gd name="csY4" fmla="*/ 931041 h 2802467"/>
                <a:gd name="csX5" fmla="*/ 609241 w 1290892"/>
                <a:gd name="csY5" fmla="*/ 344968 h 2802467"/>
                <a:gd name="csX6" fmla="*/ 759535 w 1290892"/>
                <a:gd name="csY6" fmla="*/ 0 h 2802467"/>
                <a:gd name="csX0" fmla="*/ 1286121 w 1291561"/>
                <a:gd name="csY0" fmla="*/ 2802467 h 2802467"/>
                <a:gd name="csX1" fmla="*/ 1142188 w 1291561"/>
                <a:gd name="csY1" fmla="*/ 2726267 h 2802467"/>
                <a:gd name="csX2" fmla="*/ 291288 w 1291561"/>
                <a:gd name="csY2" fmla="*/ 2357967 h 2802467"/>
                <a:gd name="csX3" fmla="*/ 462415 w 1291561"/>
                <a:gd name="csY3" fmla="*/ 1699727 h 2802467"/>
                <a:gd name="csX4" fmla="*/ 906 w 1291561"/>
                <a:gd name="csY4" fmla="*/ 931041 h 2802467"/>
                <a:gd name="csX5" fmla="*/ 609910 w 1291561"/>
                <a:gd name="csY5" fmla="*/ 344968 h 2802467"/>
                <a:gd name="csX6" fmla="*/ 760204 w 1291561"/>
                <a:gd name="csY6" fmla="*/ 0 h 2802467"/>
                <a:gd name="csX0" fmla="*/ 1286033 w 1291473"/>
                <a:gd name="csY0" fmla="*/ 2802467 h 2802467"/>
                <a:gd name="csX1" fmla="*/ 1142100 w 1291473"/>
                <a:gd name="csY1" fmla="*/ 2726267 h 2802467"/>
                <a:gd name="csX2" fmla="*/ 291200 w 1291473"/>
                <a:gd name="csY2" fmla="*/ 2357967 h 2802467"/>
                <a:gd name="csX3" fmla="*/ 462327 w 1291473"/>
                <a:gd name="csY3" fmla="*/ 1699727 h 2802467"/>
                <a:gd name="csX4" fmla="*/ 818 w 1291473"/>
                <a:gd name="csY4" fmla="*/ 931041 h 2802467"/>
                <a:gd name="csX5" fmla="*/ 609822 w 1291473"/>
                <a:gd name="csY5" fmla="*/ 344968 h 2802467"/>
                <a:gd name="csX6" fmla="*/ 760116 w 1291473"/>
                <a:gd name="csY6" fmla="*/ 0 h 2802467"/>
                <a:gd name="csX0" fmla="*/ 1286732 w 1292172"/>
                <a:gd name="csY0" fmla="*/ 2802467 h 2802467"/>
                <a:gd name="csX1" fmla="*/ 1142799 w 1292172"/>
                <a:gd name="csY1" fmla="*/ 2726267 h 2802467"/>
                <a:gd name="csX2" fmla="*/ 291899 w 1292172"/>
                <a:gd name="csY2" fmla="*/ 2357967 h 2802467"/>
                <a:gd name="csX3" fmla="*/ 415800 w 1292172"/>
                <a:gd name="csY3" fmla="*/ 1871143 h 2802467"/>
                <a:gd name="csX4" fmla="*/ 1517 w 1292172"/>
                <a:gd name="csY4" fmla="*/ 931041 h 2802467"/>
                <a:gd name="csX5" fmla="*/ 610521 w 1292172"/>
                <a:gd name="csY5" fmla="*/ 344968 h 2802467"/>
                <a:gd name="csX6" fmla="*/ 760815 w 1292172"/>
                <a:gd name="csY6" fmla="*/ 0 h 2802467"/>
                <a:gd name="csX0" fmla="*/ 1286679 w 1292119"/>
                <a:gd name="csY0" fmla="*/ 2802467 h 2802467"/>
                <a:gd name="csX1" fmla="*/ 1142746 w 1292119"/>
                <a:gd name="csY1" fmla="*/ 2726267 h 2802467"/>
                <a:gd name="csX2" fmla="*/ 291846 w 1292119"/>
                <a:gd name="csY2" fmla="*/ 2357967 h 2802467"/>
                <a:gd name="csX3" fmla="*/ 415747 w 1292119"/>
                <a:gd name="csY3" fmla="*/ 1871143 h 2802467"/>
                <a:gd name="csX4" fmla="*/ 1464 w 1292119"/>
                <a:gd name="csY4" fmla="*/ 931041 h 2802467"/>
                <a:gd name="csX5" fmla="*/ 610468 w 1292119"/>
                <a:gd name="csY5" fmla="*/ 344968 h 2802467"/>
                <a:gd name="csX6" fmla="*/ 760762 w 1292119"/>
                <a:gd name="csY6" fmla="*/ 0 h 2802467"/>
                <a:gd name="csX0" fmla="*/ 1310936 w 1316376"/>
                <a:gd name="csY0" fmla="*/ 2802467 h 2802467"/>
                <a:gd name="csX1" fmla="*/ 1167003 w 1316376"/>
                <a:gd name="csY1" fmla="*/ 2726267 h 2802467"/>
                <a:gd name="csX2" fmla="*/ 316103 w 1316376"/>
                <a:gd name="csY2" fmla="*/ 2357967 h 2802467"/>
                <a:gd name="csX3" fmla="*/ 440004 w 1316376"/>
                <a:gd name="csY3" fmla="*/ 1871143 h 2802467"/>
                <a:gd name="csX4" fmla="*/ 145511 w 1316376"/>
                <a:gd name="csY4" fmla="*/ 1252872 h 2802467"/>
                <a:gd name="csX5" fmla="*/ 25721 w 1316376"/>
                <a:gd name="csY5" fmla="*/ 931041 h 2802467"/>
                <a:gd name="csX6" fmla="*/ 634725 w 1316376"/>
                <a:gd name="csY6" fmla="*/ 344968 h 2802467"/>
                <a:gd name="csX7" fmla="*/ 785019 w 1316376"/>
                <a:gd name="csY7" fmla="*/ 0 h 2802467"/>
                <a:gd name="csX0" fmla="*/ 1293725 w 1299165"/>
                <a:gd name="csY0" fmla="*/ 2802467 h 2802467"/>
                <a:gd name="csX1" fmla="*/ 1149792 w 1299165"/>
                <a:gd name="csY1" fmla="*/ 2726267 h 2802467"/>
                <a:gd name="csX2" fmla="*/ 298892 w 1299165"/>
                <a:gd name="csY2" fmla="*/ 2357967 h 2802467"/>
                <a:gd name="csX3" fmla="*/ 422793 w 1299165"/>
                <a:gd name="csY3" fmla="*/ 1871143 h 2802467"/>
                <a:gd name="csX4" fmla="*/ 271609 w 1299165"/>
                <a:gd name="csY4" fmla="*/ 1248067 h 2802467"/>
                <a:gd name="csX5" fmla="*/ 8510 w 1299165"/>
                <a:gd name="csY5" fmla="*/ 931041 h 2802467"/>
                <a:gd name="csX6" fmla="*/ 617514 w 1299165"/>
                <a:gd name="csY6" fmla="*/ 344968 h 2802467"/>
                <a:gd name="csX7" fmla="*/ 767808 w 1299165"/>
                <a:gd name="csY7" fmla="*/ 0 h 2802467"/>
                <a:gd name="csX0" fmla="*/ 1291780 w 1297220"/>
                <a:gd name="csY0" fmla="*/ 2802467 h 2802467"/>
                <a:gd name="csX1" fmla="*/ 1147847 w 1297220"/>
                <a:gd name="csY1" fmla="*/ 2726267 h 2802467"/>
                <a:gd name="csX2" fmla="*/ 296947 w 1297220"/>
                <a:gd name="csY2" fmla="*/ 2357967 h 2802467"/>
                <a:gd name="csX3" fmla="*/ 420848 w 1297220"/>
                <a:gd name="csY3" fmla="*/ 1871143 h 2802467"/>
                <a:gd name="csX4" fmla="*/ 300606 w 1297220"/>
                <a:gd name="csY4" fmla="*/ 1243261 h 2802467"/>
                <a:gd name="csX5" fmla="*/ 6565 w 1297220"/>
                <a:gd name="csY5" fmla="*/ 931041 h 2802467"/>
                <a:gd name="csX6" fmla="*/ 615569 w 1297220"/>
                <a:gd name="csY6" fmla="*/ 344968 h 2802467"/>
                <a:gd name="csX7" fmla="*/ 765863 w 1297220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19596 w 1295968"/>
                <a:gd name="csY3" fmla="*/ 1871143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19596 w 1295968"/>
                <a:gd name="csY3" fmla="*/ 1871143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60309 w 1295968"/>
                <a:gd name="csY3" fmla="*/ 1938428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00054 w 1295968"/>
                <a:gd name="csY3" fmla="*/ 1834297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243261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340984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340984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340984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340984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0528 w 1295968"/>
                <a:gd name="csY0" fmla="*/ 2802467 h 2802467"/>
                <a:gd name="csX1" fmla="*/ 1146595 w 1295968"/>
                <a:gd name="csY1" fmla="*/ 2726267 h 2802467"/>
                <a:gd name="csX2" fmla="*/ 295695 w 1295968"/>
                <a:gd name="csY2" fmla="*/ 2357967 h 2802467"/>
                <a:gd name="csX3" fmla="*/ 427739 w 1295968"/>
                <a:gd name="csY3" fmla="*/ 1832696 h 2802467"/>
                <a:gd name="csX4" fmla="*/ 299354 w 1295968"/>
                <a:gd name="csY4" fmla="*/ 1340984 h 2802467"/>
                <a:gd name="csX5" fmla="*/ 5313 w 1295968"/>
                <a:gd name="csY5" fmla="*/ 931041 h 2802467"/>
                <a:gd name="csX6" fmla="*/ 614317 w 1295968"/>
                <a:gd name="csY6" fmla="*/ 344968 h 2802467"/>
                <a:gd name="csX7" fmla="*/ 764611 w 1295968"/>
                <a:gd name="csY7" fmla="*/ 0 h 2802467"/>
                <a:gd name="csX0" fmla="*/ 1291129 w 1296569"/>
                <a:gd name="csY0" fmla="*/ 2802467 h 2802467"/>
                <a:gd name="csX1" fmla="*/ 1147196 w 1296569"/>
                <a:gd name="csY1" fmla="*/ 2726267 h 2802467"/>
                <a:gd name="csX2" fmla="*/ 296296 w 1296569"/>
                <a:gd name="csY2" fmla="*/ 2357967 h 2802467"/>
                <a:gd name="csX3" fmla="*/ 428340 w 1296569"/>
                <a:gd name="csY3" fmla="*/ 1832696 h 2802467"/>
                <a:gd name="csX4" fmla="*/ 299955 w 1296569"/>
                <a:gd name="csY4" fmla="*/ 1340984 h 2802467"/>
                <a:gd name="csX5" fmla="*/ 5914 w 1296569"/>
                <a:gd name="csY5" fmla="*/ 931041 h 2802467"/>
                <a:gd name="csX6" fmla="*/ 614918 w 1296569"/>
                <a:gd name="csY6" fmla="*/ 344968 h 2802467"/>
                <a:gd name="csX7" fmla="*/ 765212 w 1296569"/>
                <a:gd name="csY7" fmla="*/ 0 h 2802467"/>
                <a:gd name="csX0" fmla="*/ 1291630 w 1297070"/>
                <a:gd name="csY0" fmla="*/ 2802467 h 2802467"/>
                <a:gd name="csX1" fmla="*/ 1147697 w 1297070"/>
                <a:gd name="csY1" fmla="*/ 2726267 h 2802467"/>
                <a:gd name="csX2" fmla="*/ 296797 w 1297070"/>
                <a:gd name="csY2" fmla="*/ 2357967 h 2802467"/>
                <a:gd name="csX3" fmla="*/ 428841 w 1297070"/>
                <a:gd name="csY3" fmla="*/ 1832696 h 2802467"/>
                <a:gd name="csX4" fmla="*/ 290685 w 1297070"/>
                <a:gd name="csY4" fmla="*/ 1252872 h 2802467"/>
                <a:gd name="csX5" fmla="*/ 6415 w 1297070"/>
                <a:gd name="csY5" fmla="*/ 931041 h 2802467"/>
                <a:gd name="csX6" fmla="*/ 615419 w 1297070"/>
                <a:gd name="csY6" fmla="*/ 344968 h 2802467"/>
                <a:gd name="csX7" fmla="*/ 765713 w 1297070"/>
                <a:gd name="csY7" fmla="*/ 0 h 2802467"/>
                <a:gd name="csX0" fmla="*/ 1291630 w 1297070"/>
                <a:gd name="csY0" fmla="*/ 2802467 h 2802467"/>
                <a:gd name="csX1" fmla="*/ 1147697 w 1297070"/>
                <a:gd name="csY1" fmla="*/ 2726267 h 2802467"/>
                <a:gd name="csX2" fmla="*/ 296797 w 1297070"/>
                <a:gd name="csY2" fmla="*/ 2357967 h 2802467"/>
                <a:gd name="csX3" fmla="*/ 428841 w 1297070"/>
                <a:gd name="csY3" fmla="*/ 1832696 h 2802467"/>
                <a:gd name="csX4" fmla="*/ 290685 w 1297070"/>
                <a:gd name="csY4" fmla="*/ 1252872 h 2802467"/>
                <a:gd name="csX5" fmla="*/ 6415 w 1297070"/>
                <a:gd name="csY5" fmla="*/ 931041 h 2802467"/>
                <a:gd name="csX6" fmla="*/ 615419 w 1297070"/>
                <a:gd name="csY6" fmla="*/ 344968 h 2802467"/>
                <a:gd name="csX7" fmla="*/ 765713 w 1297070"/>
                <a:gd name="csY7" fmla="*/ 0 h 2802467"/>
                <a:gd name="csX0" fmla="*/ 1291630 w 1297070"/>
                <a:gd name="csY0" fmla="*/ 2802467 h 2802467"/>
                <a:gd name="csX1" fmla="*/ 1147697 w 1297070"/>
                <a:gd name="csY1" fmla="*/ 2726267 h 2802467"/>
                <a:gd name="csX2" fmla="*/ 296797 w 1297070"/>
                <a:gd name="csY2" fmla="*/ 2357967 h 2802467"/>
                <a:gd name="csX3" fmla="*/ 428841 w 1297070"/>
                <a:gd name="csY3" fmla="*/ 1832696 h 2802467"/>
                <a:gd name="csX4" fmla="*/ 290685 w 1297070"/>
                <a:gd name="csY4" fmla="*/ 1252872 h 2802467"/>
                <a:gd name="csX5" fmla="*/ 6415 w 1297070"/>
                <a:gd name="csY5" fmla="*/ 931041 h 2802467"/>
                <a:gd name="csX6" fmla="*/ 615419 w 1297070"/>
                <a:gd name="csY6" fmla="*/ 344968 h 2802467"/>
                <a:gd name="csX7" fmla="*/ 765713 w 1297070"/>
                <a:gd name="csY7" fmla="*/ 0 h 2802467"/>
                <a:gd name="csX0" fmla="*/ 1291630 w 1297070"/>
                <a:gd name="csY0" fmla="*/ 2802467 h 2802467"/>
                <a:gd name="csX1" fmla="*/ 1147697 w 1297070"/>
                <a:gd name="csY1" fmla="*/ 2726267 h 2802467"/>
                <a:gd name="csX2" fmla="*/ 296797 w 1297070"/>
                <a:gd name="csY2" fmla="*/ 2357967 h 2802467"/>
                <a:gd name="csX3" fmla="*/ 428841 w 1297070"/>
                <a:gd name="csY3" fmla="*/ 1832696 h 2802467"/>
                <a:gd name="csX4" fmla="*/ 290685 w 1297070"/>
                <a:gd name="csY4" fmla="*/ 1252872 h 2802467"/>
                <a:gd name="csX5" fmla="*/ 6415 w 1297070"/>
                <a:gd name="csY5" fmla="*/ 931041 h 2802467"/>
                <a:gd name="csX6" fmla="*/ 615419 w 1297070"/>
                <a:gd name="csY6" fmla="*/ 344968 h 2802467"/>
                <a:gd name="csX7" fmla="*/ 765713 w 1297070"/>
                <a:gd name="csY7" fmla="*/ 0 h 2802467"/>
                <a:gd name="csX0" fmla="*/ 1291630 w 1297070"/>
                <a:gd name="csY0" fmla="*/ 2802467 h 2802467"/>
                <a:gd name="csX1" fmla="*/ 1147697 w 1297070"/>
                <a:gd name="csY1" fmla="*/ 2726267 h 2802467"/>
                <a:gd name="csX2" fmla="*/ 296797 w 1297070"/>
                <a:gd name="csY2" fmla="*/ 2357967 h 2802467"/>
                <a:gd name="csX3" fmla="*/ 428841 w 1297070"/>
                <a:gd name="csY3" fmla="*/ 1832696 h 2802467"/>
                <a:gd name="csX4" fmla="*/ 290685 w 1297070"/>
                <a:gd name="csY4" fmla="*/ 1252872 h 2802467"/>
                <a:gd name="csX5" fmla="*/ 6415 w 1297070"/>
                <a:gd name="csY5" fmla="*/ 931041 h 2802467"/>
                <a:gd name="csX6" fmla="*/ 615419 w 1297070"/>
                <a:gd name="csY6" fmla="*/ 344968 h 2802467"/>
                <a:gd name="csX7" fmla="*/ 765713 w 1297070"/>
                <a:gd name="csY7" fmla="*/ 0 h 2802467"/>
                <a:gd name="csX0" fmla="*/ 1292459 w 1297899"/>
                <a:gd name="csY0" fmla="*/ 2802467 h 2802467"/>
                <a:gd name="csX1" fmla="*/ 1148526 w 1297899"/>
                <a:gd name="csY1" fmla="*/ 2726267 h 2802467"/>
                <a:gd name="csX2" fmla="*/ 297626 w 1297899"/>
                <a:gd name="csY2" fmla="*/ 2357967 h 2802467"/>
                <a:gd name="csX3" fmla="*/ 429670 w 1297899"/>
                <a:gd name="csY3" fmla="*/ 1832696 h 2802467"/>
                <a:gd name="csX4" fmla="*/ 291514 w 1297899"/>
                <a:gd name="csY4" fmla="*/ 1252872 h 2802467"/>
                <a:gd name="csX5" fmla="*/ 7244 w 1297899"/>
                <a:gd name="csY5" fmla="*/ 931041 h 2802467"/>
                <a:gd name="csX6" fmla="*/ 616248 w 1297899"/>
                <a:gd name="csY6" fmla="*/ 344968 h 2802467"/>
                <a:gd name="csX7" fmla="*/ 766542 w 1297899"/>
                <a:gd name="csY7" fmla="*/ 0 h 2802467"/>
                <a:gd name="csX0" fmla="*/ 1293106 w 1298546"/>
                <a:gd name="csY0" fmla="*/ 2802467 h 2802467"/>
                <a:gd name="csX1" fmla="*/ 1149173 w 1298546"/>
                <a:gd name="csY1" fmla="*/ 2726267 h 2802467"/>
                <a:gd name="csX2" fmla="*/ 298273 w 1298546"/>
                <a:gd name="csY2" fmla="*/ 2357967 h 2802467"/>
                <a:gd name="csX3" fmla="*/ 430317 w 1298546"/>
                <a:gd name="csY3" fmla="*/ 1832696 h 2802467"/>
                <a:gd name="csX4" fmla="*/ 292161 w 1298546"/>
                <a:gd name="csY4" fmla="*/ 1252872 h 2802467"/>
                <a:gd name="csX5" fmla="*/ 7891 w 1298546"/>
                <a:gd name="csY5" fmla="*/ 931041 h 2802467"/>
                <a:gd name="csX6" fmla="*/ 616895 w 1298546"/>
                <a:gd name="csY6" fmla="*/ 344968 h 2802467"/>
                <a:gd name="csX7" fmla="*/ 767189 w 1298546"/>
                <a:gd name="csY7" fmla="*/ 0 h 2802467"/>
                <a:gd name="csX0" fmla="*/ 1292243 w 1297683"/>
                <a:gd name="csY0" fmla="*/ 2802467 h 2802467"/>
                <a:gd name="csX1" fmla="*/ 1148310 w 1297683"/>
                <a:gd name="csY1" fmla="*/ 2726267 h 2802467"/>
                <a:gd name="csX2" fmla="*/ 297410 w 1297683"/>
                <a:gd name="csY2" fmla="*/ 2357967 h 2802467"/>
                <a:gd name="csX3" fmla="*/ 429454 w 1297683"/>
                <a:gd name="csY3" fmla="*/ 1832696 h 2802467"/>
                <a:gd name="csX4" fmla="*/ 291298 w 1297683"/>
                <a:gd name="csY4" fmla="*/ 1252872 h 2802467"/>
                <a:gd name="csX5" fmla="*/ 7028 w 1297683"/>
                <a:gd name="csY5" fmla="*/ 931041 h 2802467"/>
                <a:gd name="csX6" fmla="*/ 616032 w 1297683"/>
                <a:gd name="csY6" fmla="*/ 344968 h 2802467"/>
                <a:gd name="csX7" fmla="*/ 766326 w 1297683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27777 w 1296006"/>
                <a:gd name="csY3" fmla="*/ 1832696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66862 w 1296006"/>
                <a:gd name="csY3" fmla="*/ 1864737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505946 w 1296006"/>
                <a:gd name="csY3" fmla="*/ 1861533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40805 w 1296006"/>
                <a:gd name="csY3" fmla="*/ 1874349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70119 w 1296006"/>
                <a:gd name="csY3" fmla="*/ 1845513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27777 w 1296006"/>
                <a:gd name="csY3" fmla="*/ 1855125 h 2802467"/>
                <a:gd name="csX4" fmla="*/ 289621 w 1296006"/>
                <a:gd name="csY4" fmla="*/ 1252872 h 2802467"/>
                <a:gd name="csX5" fmla="*/ 5351 w 1296006"/>
                <a:gd name="csY5" fmla="*/ 931041 h 2802467"/>
                <a:gd name="csX6" fmla="*/ 614355 w 1296006"/>
                <a:gd name="csY6" fmla="*/ 344968 h 2802467"/>
                <a:gd name="csX7" fmla="*/ 764649 w 1296006"/>
                <a:gd name="csY7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27777 w 1296006"/>
                <a:gd name="csY3" fmla="*/ 1855125 h 2802467"/>
                <a:gd name="csX4" fmla="*/ 384074 w 1296006"/>
                <a:gd name="csY4" fmla="*/ 1642163 h 2802467"/>
                <a:gd name="csX5" fmla="*/ 289621 w 1296006"/>
                <a:gd name="csY5" fmla="*/ 1252872 h 2802467"/>
                <a:gd name="csX6" fmla="*/ 5351 w 1296006"/>
                <a:gd name="csY6" fmla="*/ 931041 h 2802467"/>
                <a:gd name="csX7" fmla="*/ 614355 w 1296006"/>
                <a:gd name="csY7" fmla="*/ 344968 h 2802467"/>
                <a:gd name="csX8" fmla="*/ 764649 w 1296006"/>
                <a:gd name="csY8" fmla="*/ 0 h 2802467"/>
                <a:gd name="csX0" fmla="*/ 1290566 w 1296006"/>
                <a:gd name="csY0" fmla="*/ 2802467 h 2802467"/>
                <a:gd name="csX1" fmla="*/ 1146633 w 1296006"/>
                <a:gd name="csY1" fmla="*/ 2726267 h 2802467"/>
                <a:gd name="csX2" fmla="*/ 295733 w 1296006"/>
                <a:gd name="csY2" fmla="*/ 2357967 h 2802467"/>
                <a:gd name="csX3" fmla="*/ 427777 w 1296006"/>
                <a:gd name="csY3" fmla="*/ 1855125 h 2802467"/>
                <a:gd name="csX4" fmla="*/ 384074 w 1296006"/>
                <a:gd name="csY4" fmla="*/ 1642163 h 2802467"/>
                <a:gd name="csX5" fmla="*/ 289621 w 1296006"/>
                <a:gd name="csY5" fmla="*/ 1252872 h 2802467"/>
                <a:gd name="csX6" fmla="*/ 5351 w 1296006"/>
                <a:gd name="csY6" fmla="*/ 931041 h 2802467"/>
                <a:gd name="csX7" fmla="*/ 614355 w 1296006"/>
                <a:gd name="csY7" fmla="*/ 344968 h 2802467"/>
                <a:gd name="csX8" fmla="*/ 764649 w 1296006"/>
                <a:gd name="csY8" fmla="*/ 0 h 2802467"/>
                <a:gd name="csX0" fmla="*/ 1291759 w 1297199"/>
                <a:gd name="csY0" fmla="*/ 2802467 h 2802467"/>
                <a:gd name="csX1" fmla="*/ 1147826 w 1297199"/>
                <a:gd name="csY1" fmla="*/ 2726267 h 2802467"/>
                <a:gd name="csX2" fmla="*/ 296926 w 1297199"/>
                <a:gd name="csY2" fmla="*/ 2357967 h 2802467"/>
                <a:gd name="csX3" fmla="*/ 428970 w 1297199"/>
                <a:gd name="csY3" fmla="*/ 1855125 h 2802467"/>
                <a:gd name="csX4" fmla="*/ 385267 w 1297199"/>
                <a:gd name="csY4" fmla="*/ 1642163 h 2802467"/>
                <a:gd name="csX5" fmla="*/ 264757 w 1297199"/>
                <a:gd name="csY5" fmla="*/ 1179179 h 2802467"/>
                <a:gd name="csX6" fmla="*/ 6544 w 1297199"/>
                <a:gd name="csY6" fmla="*/ 931041 h 2802467"/>
                <a:gd name="csX7" fmla="*/ 615548 w 1297199"/>
                <a:gd name="csY7" fmla="*/ 344968 h 2802467"/>
                <a:gd name="csX8" fmla="*/ 765842 w 1297199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431832 w 1300061"/>
                <a:gd name="csY3" fmla="*/ 1855125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399262 w 1300061"/>
                <a:gd name="csY3" fmla="*/ 2002511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399262 w 1300061"/>
                <a:gd name="csY3" fmla="*/ 2002511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399262 w 1300061"/>
                <a:gd name="csY3" fmla="*/ 2002511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399262 w 1300061"/>
                <a:gd name="csY3" fmla="*/ 2002511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4621 w 1300061"/>
                <a:gd name="csY0" fmla="*/ 2802467 h 2802467"/>
                <a:gd name="csX1" fmla="*/ 1150688 w 1300061"/>
                <a:gd name="csY1" fmla="*/ 2726267 h 2802467"/>
                <a:gd name="csX2" fmla="*/ 299788 w 1300061"/>
                <a:gd name="csY2" fmla="*/ 2357967 h 2802467"/>
                <a:gd name="csX3" fmla="*/ 399262 w 1300061"/>
                <a:gd name="csY3" fmla="*/ 2002511 h 2802467"/>
                <a:gd name="csX4" fmla="*/ 388129 w 1300061"/>
                <a:gd name="csY4" fmla="*/ 1642163 h 2802467"/>
                <a:gd name="csX5" fmla="*/ 267619 w 1300061"/>
                <a:gd name="csY5" fmla="*/ 1179179 h 2802467"/>
                <a:gd name="csX6" fmla="*/ 9406 w 1300061"/>
                <a:gd name="csY6" fmla="*/ 931041 h 2802467"/>
                <a:gd name="csX7" fmla="*/ 618410 w 1300061"/>
                <a:gd name="csY7" fmla="*/ 344968 h 2802467"/>
                <a:gd name="csX8" fmla="*/ 768704 w 1300061"/>
                <a:gd name="csY8" fmla="*/ 0 h 2802467"/>
                <a:gd name="csX0" fmla="*/ 1295407 w 1300847"/>
                <a:gd name="csY0" fmla="*/ 2802467 h 2802467"/>
                <a:gd name="csX1" fmla="*/ 1151474 w 1300847"/>
                <a:gd name="csY1" fmla="*/ 2726267 h 2802467"/>
                <a:gd name="csX2" fmla="*/ 300574 w 1300847"/>
                <a:gd name="csY2" fmla="*/ 2357967 h 2802467"/>
                <a:gd name="csX3" fmla="*/ 400048 w 1300847"/>
                <a:gd name="csY3" fmla="*/ 2002511 h 2802467"/>
                <a:gd name="csX4" fmla="*/ 388915 w 1300847"/>
                <a:gd name="csY4" fmla="*/ 1642163 h 2802467"/>
                <a:gd name="csX5" fmla="*/ 258634 w 1300847"/>
                <a:gd name="csY5" fmla="*/ 1185588 h 2802467"/>
                <a:gd name="csX6" fmla="*/ 10192 w 1300847"/>
                <a:gd name="csY6" fmla="*/ 931041 h 2802467"/>
                <a:gd name="csX7" fmla="*/ 619196 w 1300847"/>
                <a:gd name="csY7" fmla="*/ 344968 h 2802467"/>
                <a:gd name="csX8" fmla="*/ 769490 w 1300847"/>
                <a:gd name="csY8" fmla="*/ 0 h 2802467"/>
                <a:gd name="csX0" fmla="*/ 1293721 w 1299161"/>
                <a:gd name="csY0" fmla="*/ 2802467 h 2802467"/>
                <a:gd name="csX1" fmla="*/ 1149788 w 1299161"/>
                <a:gd name="csY1" fmla="*/ 2726267 h 2802467"/>
                <a:gd name="csX2" fmla="*/ 298888 w 1299161"/>
                <a:gd name="csY2" fmla="*/ 2357967 h 2802467"/>
                <a:gd name="csX3" fmla="*/ 398362 w 1299161"/>
                <a:gd name="csY3" fmla="*/ 2002511 h 2802467"/>
                <a:gd name="csX4" fmla="*/ 387229 w 1299161"/>
                <a:gd name="csY4" fmla="*/ 1642163 h 2802467"/>
                <a:gd name="csX5" fmla="*/ 256948 w 1299161"/>
                <a:gd name="csY5" fmla="*/ 1185588 h 2802467"/>
                <a:gd name="csX6" fmla="*/ 8506 w 1299161"/>
                <a:gd name="csY6" fmla="*/ 931041 h 2802467"/>
                <a:gd name="csX7" fmla="*/ 617510 w 1299161"/>
                <a:gd name="csY7" fmla="*/ 344968 h 2802467"/>
                <a:gd name="csX8" fmla="*/ 767804 w 1299161"/>
                <a:gd name="csY8" fmla="*/ 0 h 2802467"/>
                <a:gd name="csX0" fmla="*/ 1288131 w 1293571"/>
                <a:gd name="csY0" fmla="*/ 2802467 h 2802467"/>
                <a:gd name="csX1" fmla="*/ 1144198 w 1293571"/>
                <a:gd name="csY1" fmla="*/ 2726267 h 2802467"/>
                <a:gd name="csX2" fmla="*/ 293298 w 1293571"/>
                <a:gd name="csY2" fmla="*/ 2357967 h 2802467"/>
                <a:gd name="csX3" fmla="*/ 392772 w 1293571"/>
                <a:gd name="csY3" fmla="*/ 2002511 h 2802467"/>
                <a:gd name="csX4" fmla="*/ 381639 w 1293571"/>
                <a:gd name="csY4" fmla="*/ 1642163 h 2802467"/>
                <a:gd name="csX5" fmla="*/ 2916 w 1293571"/>
                <a:gd name="csY5" fmla="*/ 931041 h 2802467"/>
                <a:gd name="csX6" fmla="*/ 611920 w 1293571"/>
                <a:gd name="csY6" fmla="*/ 344968 h 2802467"/>
                <a:gd name="csX7" fmla="*/ 762214 w 1293571"/>
                <a:gd name="csY7" fmla="*/ 0 h 2802467"/>
                <a:gd name="csX0" fmla="*/ 1288131 w 1293571"/>
                <a:gd name="csY0" fmla="*/ 2802467 h 2802467"/>
                <a:gd name="csX1" fmla="*/ 1144198 w 1293571"/>
                <a:gd name="csY1" fmla="*/ 2726267 h 2802467"/>
                <a:gd name="csX2" fmla="*/ 293298 w 1293571"/>
                <a:gd name="csY2" fmla="*/ 2357967 h 2802467"/>
                <a:gd name="csX3" fmla="*/ 373229 w 1293571"/>
                <a:gd name="csY3" fmla="*/ 2090942 h 2802467"/>
                <a:gd name="csX4" fmla="*/ 381639 w 1293571"/>
                <a:gd name="csY4" fmla="*/ 1642163 h 2802467"/>
                <a:gd name="csX5" fmla="*/ 2916 w 1293571"/>
                <a:gd name="csY5" fmla="*/ 931041 h 2802467"/>
                <a:gd name="csX6" fmla="*/ 611920 w 1293571"/>
                <a:gd name="csY6" fmla="*/ 344968 h 2802467"/>
                <a:gd name="csX7" fmla="*/ 762214 w 1293571"/>
                <a:gd name="csY7" fmla="*/ 0 h 2802467"/>
                <a:gd name="csX0" fmla="*/ 1288131 w 1293571"/>
                <a:gd name="csY0" fmla="*/ 2802467 h 2802467"/>
                <a:gd name="csX1" fmla="*/ 1144198 w 1293571"/>
                <a:gd name="csY1" fmla="*/ 2726267 h 2802467"/>
                <a:gd name="csX2" fmla="*/ 293298 w 1293571"/>
                <a:gd name="csY2" fmla="*/ 2357967 h 2802467"/>
                <a:gd name="csX3" fmla="*/ 373229 w 1293571"/>
                <a:gd name="csY3" fmla="*/ 2040959 h 2802467"/>
                <a:gd name="csX4" fmla="*/ 381639 w 1293571"/>
                <a:gd name="csY4" fmla="*/ 1642163 h 2802467"/>
                <a:gd name="csX5" fmla="*/ 2916 w 1293571"/>
                <a:gd name="csY5" fmla="*/ 931041 h 2802467"/>
                <a:gd name="csX6" fmla="*/ 611920 w 1293571"/>
                <a:gd name="csY6" fmla="*/ 344968 h 2802467"/>
                <a:gd name="csX7" fmla="*/ 762214 w 1293571"/>
                <a:gd name="csY7" fmla="*/ 0 h 2802467"/>
                <a:gd name="csX0" fmla="*/ 1288131 w 1293571"/>
                <a:gd name="csY0" fmla="*/ 2802467 h 2802467"/>
                <a:gd name="csX1" fmla="*/ 1144198 w 1293571"/>
                <a:gd name="csY1" fmla="*/ 2726267 h 2802467"/>
                <a:gd name="csX2" fmla="*/ 293298 w 1293571"/>
                <a:gd name="csY2" fmla="*/ 2357967 h 2802467"/>
                <a:gd name="csX3" fmla="*/ 322420 w 1293571"/>
                <a:gd name="csY3" fmla="*/ 2002511 h 2802467"/>
                <a:gd name="csX4" fmla="*/ 381639 w 1293571"/>
                <a:gd name="csY4" fmla="*/ 1642163 h 2802467"/>
                <a:gd name="csX5" fmla="*/ 2916 w 1293571"/>
                <a:gd name="csY5" fmla="*/ 931041 h 2802467"/>
                <a:gd name="csX6" fmla="*/ 611920 w 1293571"/>
                <a:gd name="csY6" fmla="*/ 344968 h 2802467"/>
                <a:gd name="csX7" fmla="*/ 762214 w 1293571"/>
                <a:gd name="csY7" fmla="*/ 0 h 2802467"/>
                <a:gd name="csX0" fmla="*/ 1288471 w 1293911"/>
                <a:gd name="csY0" fmla="*/ 2802467 h 2802467"/>
                <a:gd name="csX1" fmla="*/ 1144538 w 1293911"/>
                <a:gd name="csY1" fmla="*/ 2726267 h 2802467"/>
                <a:gd name="csX2" fmla="*/ 293638 w 1293911"/>
                <a:gd name="csY2" fmla="*/ 2357967 h 2802467"/>
                <a:gd name="csX3" fmla="*/ 322760 w 1293911"/>
                <a:gd name="csY3" fmla="*/ 2002511 h 2802467"/>
                <a:gd name="csX4" fmla="*/ 381979 w 1293911"/>
                <a:gd name="csY4" fmla="*/ 1642163 h 2802467"/>
                <a:gd name="csX5" fmla="*/ 3256 w 1293911"/>
                <a:gd name="csY5" fmla="*/ 931041 h 2802467"/>
                <a:gd name="csX6" fmla="*/ 612260 w 1293911"/>
                <a:gd name="csY6" fmla="*/ 344968 h 2802467"/>
                <a:gd name="csX7" fmla="*/ 762554 w 1293911"/>
                <a:gd name="csY7" fmla="*/ 0 h 2802467"/>
                <a:gd name="csX0" fmla="*/ 1288471 w 1293911"/>
                <a:gd name="csY0" fmla="*/ 2802467 h 2802467"/>
                <a:gd name="csX1" fmla="*/ 1144538 w 1293911"/>
                <a:gd name="csY1" fmla="*/ 2726267 h 2802467"/>
                <a:gd name="csX2" fmla="*/ 293638 w 1293911"/>
                <a:gd name="csY2" fmla="*/ 2357967 h 2802467"/>
                <a:gd name="csX3" fmla="*/ 322760 w 1293911"/>
                <a:gd name="csY3" fmla="*/ 2002511 h 2802467"/>
                <a:gd name="csX4" fmla="*/ 381979 w 1293911"/>
                <a:gd name="csY4" fmla="*/ 1642163 h 2802467"/>
                <a:gd name="csX5" fmla="*/ 3256 w 1293911"/>
                <a:gd name="csY5" fmla="*/ 931041 h 2802467"/>
                <a:gd name="csX6" fmla="*/ 612260 w 1293911"/>
                <a:gd name="csY6" fmla="*/ 344968 h 2802467"/>
                <a:gd name="csX7" fmla="*/ 762554 w 1293911"/>
                <a:gd name="csY7" fmla="*/ 0 h 2802467"/>
                <a:gd name="csX0" fmla="*/ 1288471 w 1293911"/>
                <a:gd name="csY0" fmla="*/ 2802467 h 2802467"/>
                <a:gd name="csX1" fmla="*/ 1144538 w 1293911"/>
                <a:gd name="csY1" fmla="*/ 2726267 h 2802467"/>
                <a:gd name="csX2" fmla="*/ 293638 w 1293911"/>
                <a:gd name="csY2" fmla="*/ 2357967 h 2802467"/>
                <a:gd name="csX3" fmla="*/ 399300 w 1293911"/>
                <a:gd name="csY3" fmla="*/ 2097030 h 2802467"/>
                <a:gd name="csX4" fmla="*/ 381979 w 1293911"/>
                <a:gd name="csY4" fmla="*/ 1642163 h 2802467"/>
                <a:gd name="csX5" fmla="*/ 3256 w 1293911"/>
                <a:gd name="csY5" fmla="*/ 931041 h 2802467"/>
                <a:gd name="csX6" fmla="*/ 612260 w 1293911"/>
                <a:gd name="csY6" fmla="*/ 344968 h 2802467"/>
                <a:gd name="csX7" fmla="*/ 762554 w 1293911"/>
                <a:gd name="csY7" fmla="*/ 0 h 2802467"/>
                <a:gd name="csX0" fmla="*/ 1288471 w 1293911"/>
                <a:gd name="csY0" fmla="*/ 2802467 h 2802467"/>
                <a:gd name="csX1" fmla="*/ 1144538 w 1293911"/>
                <a:gd name="csY1" fmla="*/ 2726267 h 2802467"/>
                <a:gd name="csX2" fmla="*/ 293638 w 1293911"/>
                <a:gd name="csY2" fmla="*/ 2357967 h 2802467"/>
                <a:gd name="csX3" fmla="*/ 373244 w 1293911"/>
                <a:gd name="csY3" fmla="*/ 2071398 h 2802467"/>
                <a:gd name="csX4" fmla="*/ 381979 w 1293911"/>
                <a:gd name="csY4" fmla="*/ 1642163 h 2802467"/>
                <a:gd name="csX5" fmla="*/ 3256 w 1293911"/>
                <a:gd name="csY5" fmla="*/ 931041 h 2802467"/>
                <a:gd name="csX6" fmla="*/ 612260 w 1293911"/>
                <a:gd name="csY6" fmla="*/ 344968 h 2802467"/>
                <a:gd name="csX7" fmla="*/ 762554 w 1293911"/>
                <a:gd name="csY7" fmla="*/ 0 h 2802467"/>
                <a:gd name="csX0" fmla="*/ 1285374 w 1290814"/>
                <a:gd name="csY0" fmla="*/ 2802467 h 2802467"/>
                <a:gd name="csX1" fmla="*/ 1141441 w 1290814"/>
                <a:gd name="csY1" fmla="*/ 2726267 h 2802467"/>
                <a:gd name="csX2" fmla="*/ 290541 w 1290814"/>
                <a:gd name="csY2" fmla="*/ 2357967 h 2802467"/>
                <a:gd name="csX3" fmla="*/ 370147 w 1290814"/>
                <a:gd name="csY3" fmla="*/ 2071398 h 2802467"/>
                <a:gd name="csX4" fmla="*/ 549876 w 1290814"/>
                <a:gd name="csY4" fmla="*/ 1672602 h 2802467"/>
                <a:gd name="csX5" fmla="*/ 159 w 1290814"/>
                <a:gd name="csY5" fmla="*/ 931041 h 2802467"/>
                <a:gd name="csX6" fmla="*/ 609163 w 1290814"/>
                <a:gd name="csY6" fmla="*/ 344968 h 2802467"/>
                <a:gd name="csX7" fmla="*/ 759457 w 1290814"/>
                <a:gd name="csY7" fmla="*/ 0 h 2802467"/>
                <a:gd name="csX0" fmla="*/ 1285374 w 1290814"/>
                <a:gd name="csY0" fmla="*/ 2802467 h 2802467"/>
                <a:gd name="csX1" fmla="*/ 1141441 w 1290814"/>
                <a:gd name="csY1" fmla="*/ 2726267 h 2802467"/>
                <a:gd name="csX2" fmla="*/ 290541 w 1290814"/>
                <a:gd name="csY2" fmla="*/ 2357967 h 2802467"/>
                <a:gd name="csX3" fmla="*/ 370147 w 1290814"/>
                <a:gd name="csY3" fmla="*/ 2076205 h 2802467"/>
                <a:gd name="csX4" fmla="*/ 549876 w 1290814"/>
                <a:gd name="csY4" fmla="*/ 1672602 h 2802467"/>
                <a:gd name="csX5" fmla="*/ 159 w 1290814"/>
                <a:gd name="csY5" fmla="*/ 931041 h 2802467"/>
                <a:gd name="csX6" fmla="*/ 609163 w 1290814"/>
                <a:gd name="csY6" fmla="*/ 344968 h 2802467"/>
                <a:gd name="csX7" fmla="*/ 759457 w 1290814"/>
                <a:gd name="csY7" fmla="*/ 0 h 2802467"/>
                <a:gd name="csX0" fmla="*/ 1285374 w 1290814"/>
                <a:gd name="csY0" fmla="*/ 2802467 h 2802467"/>
                <a:gd name="csX1" fmla="*/ 1141441 w 1290814"/>
                <a:gd name="csY1" fmla="*/ 2726267 h 2802467"/>
                <a:gd name="csX2" fmla="*/ 290541 w 1290814"/>
                <a:gd name="csY2" fmla="*/ 2357967 h 2802467"/>
                <a:gd name="csX3" fmla="*/ 370147 w 1290814"/>
                <a:gd name="csY3" fmla="*/ 2076205 h 2802467"/>
                <a:gd name="csX4" fmla="*/ 549876 w 1290814"/>
                <a:gd name="csY4" fmla="*/ 1672602 h 2802467"/>
                <a:gd name="csX5" fmla="*/ 159 w 1290814"/>
                <a:gd name="csY5" fmla="*/ 931041 h 2802467"/>
                <a:gd name="csX6" fmla="*/ 609163 w 1290814"/>
                <a:gd name="csY6" fmla="*/ 344968 h 2802467"/>
                <a:gd name="csX7" fmla="*/ 759457 w 1290814"/>
                <a:gd name="csY7" fmla="*/ 0 h 2802467"/>
                <a:gd name="csX0" fmla="*/ 1285216 w 1290656"/>
                <a:gd name="csY0" fmla="*/ 2802467 h 2802467"/>
                <a:gd name="csX1" fmla="*/ 1141283 w 1290656"/>
                <a:gd name="csY1" fmla="*/ 2726267 h 2802467"/>
                <a:gd name="csX2" fmla="*/ 290383 w 1290656"/>
                <a:gd name="csY2" fmla="*/ 2357967 h 2802467"/>
                <a:gd name="csX3" fmla="*/ 369989 w 1290656"/>
                <a:gd name="csY3" fmla="*/ 2076205 h 2802467"/>
                <a:gd name="csX4" fmla="*/ 606715 w 1290656"/>
                <a:gd name="csY4" fmla="*/ 1698235 h 2802467"/>
                <a:gd name="csX5" fmla="*/ 1 w 1290656"/>
                <a:gd name="csY5" fmla="*/ 931041 h 2802467"/>
                <a:gd name="csX6" fmla="*/ 609005 w 1290656"/>
                <a:gd name="csY6" fmla="*/ 344968 h 2802467"/>
                <a:gd name="csX7" fmla="*/ 759299 w 1290656"/>
                <a:gd name="csY7" fmla="*/ 0 h 2802467"/>
                <a:gd name="csX0" fmla="*/ 1285216 w 1290656"/>
                <a:gd name="csY0" fmla="*/ 2802467 h 2802467"/>
                <a:gd name="csX1" fmla="*/ 1141283 w 1290656"/>
                <a:gd name="csY1" fmla="*/ 2726267 h 2802467"/>
                <a:gd name="csX2" fmla="*/ 290383 w 1290656"/>
                <a:gd name="csY2" fmla="*/ 2357967 h 2802467"/>
                <a:gd name="csX3" fmla="*/ 369989 w 1290656"/>
                <a:gd name="csY3" fmla="*/ 2076205 h 2802467"/>
                <a:gd name="csX4" fmla="*/ 606715 w 1290656"/>
                <a:gd name="csY4" fmla="*/ 1698235 h 2802467"/>
                <a:gd name="csX5" fmla="*/ 1 w 1290656"/>
                <a:gd name="csY5" fmla="*/ 931041 h 2802467"/>
                <a:gd name="csX6" fmla="*/ 609005 w 1290656"/>
                <a:gd name="csY6" fmla="*/ 344968 h 2802467"/>
                <a:gd name="csX7" fmla="*/ 759299 w 1290656"/>
                <a:gd name="csY7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18187 w 1302128"/>
                <a:gd name="csY4" fmla="*/ 1698235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50758 w 1302128"/>
                <a:gd name="csY4" fmla="*/ 1765520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84956 w 1302128"/>
                <a:gd name="csY4" fmla="*/ 1781540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40987 w 1302128"/>
                <a:gd name="csY4" fmla="*/ 1752704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50758 w 1302128"/>
                <a:gd name="csY4" fmla="*/ 1767122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65415 w 1302128"/>
                <a:gd name="csY4" fmla="*/ 1768724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296688 w 1302128"/>
                <a:gd name="csY0" fmla="*/ 2802467 h 2802467"/>
                <a:gd name="csX1" fmla="*/ 1152755 w 1302128"/>
                <a:gd name="csY1" fmla="*/ 2726267 h 2802467"/>
                <a:gd name="csX2" fmla="*/ 301855 w 1302128"/>
                <a:gd name="csY2" fmla="*/ 2357967 h 2802467"/>
                <a:gd name="csX3" fmla="*/ 381461 w 1302128"/>
                <a:gd name="csY3" fmla="*/ 2076205 h 2802467"/>
                <a:gd name="csX4" fmla="*/ 636102 w 1302128"/>
                <a:gd name="csY4" fmla="*/ 1637358 h 2802467"/>
                <a:gd name="csX5" fmla="*/ 251771 w 1302128"/>
                <a:gd name="csY5" fmla="*/ 1323361 h 2802467"/>
                <a:gd name="csX6" fmla="*/ 11473 w 1302128"/>
                <a:gd name="csY6" fmla="*/ 931041 h 2802467"/>
                <a:gd name="csX7" fmla="*/ 620477 w 1302128"/>
                <a:gd name="csY7" fmla="*/ 344968 h 2802467"/>
                <a:gd name="csX8" fmla="*/ 770771 w 1302128"/>
                <a:gd name="csY8" fmla="*/ 0 h 2802467"/>
                <a:gd name="csX0" fmla="*/ 1302225 w 1307665"/>
                <a:gd name="csY0" fmla="*/ 2802467 h 2802467"/>
                <a:gd name="csX1" fmla="*/ 1158292 w 1307665"/>
                <a:gd name="csY1" fmla="*/ 2726267 h 2802467"/>
                <a:gd name="csX2" fmla="*/ 307392 w 1307665"/>
                <a:gd name="csY2" fmla="*/ 2357967 h 2802467"/>
                <a:gd name="csX3" fmla="*/ 386998 w 1307665"/>
                <a:gd name="csY3" fmla="*/ 2076205 h 2802467"/>
                <a:gd name="csX4" fmla="*/ 641639 w 1307665"/>
                <a:gd name="csY4" fmla="*/ 1637358 h 2802467"/>
                <a:gd name="csX5" fmla="*/ 208453 w 1307665"/>
                <a:gd name="csY5" fmla="*/ 1347391 h 2802467"/>
                <a:gd name="csX6" fmla="*/ 17010 w 1307665"/>
                <a:gd name="csY6" fmla="*/ 931041 h 2802467"/>
                <a:gd name="csX7" fmla="*/ 626014 w 1307665"/>
                <a:gd name="csY7" fmla="*/ 344968 h 2802467"/>
                <a:gd name="csX8" fmla="*/ 776308 w 1307665"/>
                <a:gd name="csY8" fmla="*/ 0 h 2802467"/>
                <a:gd name="csX0" fmla="*/ 1302225 w 1307665"/>
                <a:gd name="csY0" fmla="*/ 2802467 h 2802467"/>
                <a:gd name="csX1" fmla="*/ 1158292 w 1307665"/>
                <a:gd name="csY1" fmla="*/ 2726267 h 2802467"/>
                <a:gd name="csX2" fmla="*/ 307392 w 1307665"/>
                <a:gd name="csY2" fmla="*/ 2357967 h 2802467"/>
                <a:gd name="csX3" fmla="*/ 386998 w 1307665"/>
                <a:gd name="csY3" fmla="*/ 2076205 h 2802467"/>
                <a:gd name="csX4" fmla="*/ 674209 w 1307665"/>
                <a:gd name="csY4" fmla="*/ 1706244 h 2802467"/>
                <a:gd name="csX5" fmla="*/ 208453 w 1307665"/>
                <a:gd name="csY5" fmla="*/ 1347391 h 2802467"/>
                <a:gd name="csX6" fmla="*/ 17010 w 1307665"/>
                <a:gd name="csY6" fmla="*/ 931041 h 2802467"/>
                <a:gd name="csX7" fmla="*/ 626014 w 1307665"/>
                <a:gd name="csY7" fmla="*/ 344968 h 2802467"/>
                <a:gd name="csX8" fmla="*/ 776308 w 1307665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91991 w 1312658"/>
                <a:gd name="csY3" fmla="*/ 2076205 h 2802467"/>
                <a:gd name="csX4" fmla="*/ 679202 w 1312658"/>
                <a:gd name="csY4" fmla="*/ 1706244 h 2802467"/>
                <a:gd name="csX5" fmla="*/ 180876 w 1312658"/>
                <a:gd name="csY5" fmla="*/ 1368217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91991 w 1312658"/>
                <a:gd name="csY3" fmla="*/ 2076205 h 2802467"/>
                <a:gd name="csX4" fmla="*/ 698744 w 1312658"/>
                <a:gd name="csY4" fmla="*/ 1690224 h 2802467"/>
                <a:gd name="csX5" fmla="*/ 180876 w 1312658"/>
                <a:gd name="csY5" fmla="*/ 1368217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91991 w 1312658"/>
                <a:gd name="csY3" fmla="*/ 2076205 h 2802467"/>
                <a:gd name="csX4" fmla="*/ 703630 w 1312658"/>
                <a:gd name="csY4" fmla="*/ 1773529 h 2802467"/>
                <a:gd name="csX5" fmla="*/ 180876 w 1312658"/>
                <a:gd name="csY5" fmla="*/ 1368217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91991 w 1312658"/>
                <a:gd name="csY3" fmla="*/ 2076205 h 2802467"/>
                <a:gd name="csX4" fmla="*/ 767142 w 1312658"/>
                <a:gd name="csY4" fmla="*/ 1771928 h 2802467"/>
                <a:gd name="csX5" fmla="*/ 180876 w 1312658"/>
                <a:gd name="csY5" fmla="*/ 1368217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91991 w 1312658"/>
                <a:gd name="csY3" fmla="*/ 2076205 h 2802467"/>
                <a:gd name="csX4" fmla="*/ 662917 w 1312658"/>
                <a:gd name="csY4" fmla="*/ 1773530 h 2802467"/>
                <a:gd name="csX5" fmla="*/ 180876 w 1312658"/>
                <a:gd name="csY5" fmla="*/ 1368217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88849 w 1309516"/>
                <a:gd name="csY3" fmla="*/ 2076205 h 2802467"/>
                <a:gd name="csX4" fmla="*/ 659775 w 1309516"/>
                <a:gd name="csY4" fmla="*/ 1773530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49765 w 1309516"/>
                <a:gd name="csY3" fmla="*/ 2048971 h 2802467"/>
                <a:gd name="csX4" fmla="*/ 659775 w 1309516"/>
                <a:gd name="csY4" fmla="*/ 1773530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659775 w 1309516"/>
                <a:gd name="csY3" fmla="*/ 1773530 h 2802467"/>
                <a:gd name="csX4" fmla="*/ 197276 w 1309516"/>
                <a:gd name="csY4" fmla="*/ 1342584 h 2802467"/>
                <a:gd name="csX5" fmla="*/ 18861 w 1309516"/>
                <a:gd name="csY5" fmla="*/ 931041 h 2802467"/>
                <a:gd name="csX6" fmla="*/ 627865 w 1309516"/>
                <a:gd name="csY6" fmla="*/ 344968 h 2802467"/>
                <a:gd name="csX7" fmla="*/ 778159 w 1309516"/>
                <a:gd name="csY7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438297 w 1309516"/>
                <a:gd name="csY3" fmla="*/ 2090728 h 2802467"/>
                <a:gd name="csX4" fmla="*/ 659775 w 1309516"/>
                <a:gd name="csY4" fmla="*/ 1773530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95956 w 1309516"/>
                <a:gd name="csY3" fmla="*/ 2076310 h 2802467"/>
                <a:gd name="csX4" fmla="*/ 659775 w 1309516"/>
                <a:gd name="csY4" fmla="*/ 1773530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56872 w 1309516"/>
                <a:gd name="csY3" fmla="*/ 2068300 h 2802467"/>
                <a:gd name="csX4" fmla="*/ 659775 w 1309516"/>
                <a:gd name="csY4" fmla="*/ 1773530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56872 w 1309516"/>
                <a:gd name="csY3" fmla="*/ 2068300 h 2802467"/>
                <a:gd name="csX4" fmla="*/ 627205 w 1309516"/>
                <a:gd name="csY4" fmla="*/ 1759113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4076 w 1309516"/>
                <a:gd name="csY0" fmla="*/ 2802467 h 2802467"/>
                <a:gd name="csX1" fmla="*/ 1160143 w 1309516"/>
                <a:gd name="csY1" fmla="*/ 2726267 h 2802467"/>
                <a:gd name="csX2" fmla="*/ 309243 w 1309516"/>
                <a:gd name="csY2" fmla="*/ 2357967 h 2802467"/>
                <a:gd name="csX3" fmla="*/ 356872 w 1309516"/>
                <a:gd name="csY3" fmla="*/ 2068300 h 2802467"/>
                <a:gd name="csX4" fmla="*/ 659776 w 1309516"/>
                <a:gd name="csY4" fmla="*/ 1759113 h 2802467"/>
                <a:gd name="csX5" fmla="*/ 197276 w 1309516"/>
                <a:gd name="csY5" fmla="*/ 1342584 h 2802467"/>
                <a:gd name="csX6" fmla="*/ 18861 w 1309516"/>
                <a:gd name="csY6" fmla="*/ 931041 h 2802467"/>
                <a:gd name="csX7" fmla="*/ 627865 w 1309516"/>
                <a:gd name="csY7" fmla="*/ 344968 h 2802467"/>
                <a:gd name="csX8" fmla="*/ 778159 w 1309516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60014 w 1312658"/>
                <a:gd name="csY3" fmla="*/ 2068300 h 2802467"/>
                <a:gd name="csX4" fmla="*/ 662918 w 1312658"/>
                <a:gd name="csY4" fmla="*/ 1759113 h 2802467"/>
                <a:gd name="csX5" fmla="*/ 180876 w 1312658"/>
                <a:gd name="csY5" fmla="*/ 1373022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60014 w 1312658"/>
                <a:gd name="csY3" fmla="*/ 2068300 h 2802467"/>
                <a:gd name="csX4" fmla="*/ 695488 w 1312658"/>
                <a:gd name="csY4" fmla="*/ 1744694 h 2802467"/>
                <a:gd name="csX5" fmla="*/ 180876 w 1312658"/>
                <a:gd name="csY5" fmla="*/ 1373022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307218 w 1312658"/>
                <a:gd name="csY0" fmla="*/ 2802467 h 2802467"/>
                <a:gd name="csX1" fmla="*/ 1163285 w 1312658"/>
                <a:gd name="csY1" fmla="*/ 2726267 h 2802467"/>
                <a:gd name="csX2" fmla="*/ 312385 w 1312658"/>
                <a:gd name="csY2" fmla="*/ 2357967 h 2802467"/>
                <a:gd name="csX3" fmla="*/ 360014 w 1312658"/>
                <a:gd name="csY3" fmla="*/ 2068300 h 2802467"/>
                <a:gd name="csX4" fmla="*/ 719916 w 1312658"/>
                <a:gd name="csY4" fmla="*/ 1717459 h 2802467"/>
                <a:gd name="csX5" fmla="*/ 180876 w 1312658"/>
                <a:gd name="csY5" fmla="*/ 1373022 h 2802467"/>
                <a:gd name="csX6" fmla="*/ 22003 w 1312658"/>
                <a:gd name="csY6" fmla="*/ 931041 h 2802467"/>
                <a:gd name="csX7" fmla="*/ 631007 w 1312658"/>
                <a:gd name="csY7" fmla="*/ 344968 h 2802467"/>
                <a:gd name="csX8" fmla="*/ 781301 w 1312658"/>
                <a:gd name="csY8" fmla="*/ 0 h 2802467"/>
                <a:gd name="csX0" fmla="*/ 1270558 w 1275998"/>
                <a:gd name="csY0" fmla="*/ 2802467 h 2802467"/>
                <a:gd name="csX1" fmla="*/ 1126625 w 1275998"/>
                <a:gd name="csY1" fmla="*/ 2726267 h 2802467"/>
                <a:gd name="csX2" fmla="*/ 275725 w 1275998"/>
                <a:gd name="csY2" fmla="*/ 2357967 h 2802467"/>
                <a:gd name="csX3" fmla="*/ 323354 w 1275998"/>
                <a:gd name="csY3" fmla="*/ 2068300 h 2802467"/>
                <a:gd name="csX4" fmla="*/ 683256 w 1275998"/>
                <a:gd name="csY4" fmla="*/ 1717459 h 2802467"/>
                <a:gd name="csX5" fmla="*/ 144216 w 1275998"/>
                <a:gd name="csY5" fmla="*/ 1373022 h 2802467"/>
                <a:gd name="csX6" fmla="*/ 27685 w 1275998"/>
                <a:gd name="csY6" fmla="*/ 943858 h 2802467"/>
                <a:gd name="csX7" fmla="*/ 594347 w 1275998"/>
                <a:gd name="csY7" fmla="*/ 344968 h 2802467"/>
                <a:gd name="csX8" fmla="*/ 744641 w 1275998"/>
                <a:gd name="csY8" fmla="*/ 0 h 2802467"/>
                <a:gd name="csX0" fmla="*/ 1258522 w 1263962"/>
                <a:gd name="csY0" fmla="*/ 2802467 h 2802467"/>
                <a:gd name="csX1" fmla="*/ 1114589 w 1263962"/>
                <a:gd name="csY1" fmla="*/ 2726267 h 2802467"/>
                <a:gd name="csX2" fmla="*/ 263689 w 1263962"/>
                <a:gd name="csY2" fmla="*/ 2357967 h 2802467"/>
                <a:gd name="csX3" fmla="*/ 311318 w 1263962"/>
                <a:gd name="csY3" fmla="*/ 2068300 h 2802467"/>
                <a:gd name="csX4" fmla="*/ 671220 w 1263962"/>
                <a:gd name="csY4" fmla="*/ 1717459 h 2802467"/>
                <a:gd name="csX5" fmla="*/ 132180 w 1263962"/>
                <a:gd name="csY5" fmla="*/ 1373022 h 2802467"/>
                <a:gd name="csX6" fmla="*/ 30306 w 1263962"/>
                <a:gd name="csY6" fmla="*/ 942255 h 2802467"/>
                <a:gd name="csX7" fmla="*/ 582311 w 1263962"/>
                <a:gd name="csY7" fmla="*/ 344968 h 2802467"/>
                <a:gd name="csX8" fmla="*/ 732605 w 1263962"/>
                <a:gd name="csY8" fmla="*/ 0 h 2802467"/>
                <a:gd name="csX0" fmla="*/ 1258522 w 1263962"/>
                <a:gd name="csY0" fmla="*/ 2802467 h 2802467"/>
                <a:gd name="csX1" fmla="*/ 1114589 w 1263962"/>
                <a:gd name="csY1" fmla="*/ 2726267 h 2802467"/>
                <a:gd name="csX2" fmla="*/ 263689 w 1263962"/>
                <a:gd name="csY2" fmla="*/ 2357967 h 2802467"/>
                <a:gd name="csX3" fmla="*/ 311318 w 1263962"/>
                <a:gd name="csY3" fmla="*/ 2068300 h 2802467"/>
                <a:gd name="csX4" fmla="*/ 684248 w 1263962"/>
                <a:gd name="csY4" fmla="*/ 1638961 h 2802467"/>
                <a:gd name="csX5" fmla="*/ 132180 w 1263962"/>
                <a:gd name="csY5" fmla="*/ 1373022 h 2802467"/>
                <a:gd name="csX6" fmla="*/ 30306 w 1263962"/>
                <a:gd name="csY6" fmla="*/ 942255 h 2802467"/>
                <a:gd name="csX7" fmla="*/ 582311 w 1263962"/>
                <a:gd name="csY7" fmla="*/ 344968 h 2802467"/>
                <a:gd name="csX8" fmla="*/ 732605 w 1263962"/>
                <a:gd name="csY8" fmla="*/ 0 h 2802467"/>
                <a:gd name="csX0" fmla="*/ 1254110 w 1259550"/>
                <a:gd name="csY0" fmla="*/ 2802467 h 2802467"/>
                <a:gd name="csX1" fmla="*/ 1110177 w 1259550"/>
                <a:gd name="csY1" fmla="*/ 2726267 h 2802467"/>
                <a:gd name="csX2" fmla="*/ 259277 w 1259550"/>
                <a:gd name="csY2" fmla="*/ 2357967 h 2802467"/>
                <a:gd name="csX3" fmla="*/ 306906 w 1259550"/>
                <a:gd name="csY3" fmla="*/ 2068300 h 2802467"/>
                <a:gd name="csX4" fmla="*/ 679836 w 1259550"/>
                <a:gd name="csY4" fmla="*/ 1638961 h 2802467"/>
                <a:gd name="csX5" fmla="*/ 145681 w 1259550"/>
                <a:gd name="csY5" fmla="*/ 1345787 h 2802467"/>
                <a:gd name="csX6" fmla="*/ 25894 w 1259550"/>
                <a:gd name="csY6" fmla="*/ 942255 h 2802467"/>
                <a:gd name="csX7" fmla="*/ 577899 w 1259550"/>
                <a:gd name="csY7" fmla="*/ 344968 h 2802467"/>
                <a:gd name="csX8" fmla="*/ 728193 w 1259550"/>
                <a:gd name="csY8" fmla="*/ 0 h 2802467"/>
                <a:gd name="csX0" fmla="*/ 1254110 w 1259550"/>
                <a:gd name="csY0" fmla="*/ 2802467 h 2802467"/>
                <a:gd name="csX1" fmla="*/ 1110177 w 1259550"/>
                <a:gd name="csY1" fmla="*/ 2726267 h 2802467"/>
                <a:gd name="csX2" fmla="*/ 259277 w 1259550"/>
                <a:gd name="csY2" fmla="*/ 2357967 h 2802467"/>
                <a:gd name="csX3" fmla="*/ 306906 w 1259550"/>
                <a:gd name="csY3" fmla="*/ 2068300 h 2802467"/>
                <a:gd name="csX4" fmla="*/ 697750 w 1259550"/>
                <a:gd name="csY4" fmla="*/ 1679012 h 2802467"/>
                <a:gd name="csX5" fmla="*/ 145681 w 1259550"/>
                <a:gd name="csY5" fmla="*/ 1345787 h 2802467"/>
                <a:gd name="csX6" fmla="*/ 25894 w 1259550"/>
                <a:gd name="csY6" fmla="*/ 942255 h 2802467"/>
                <a:gd name="csX7" fmla="*/ 577899 w 1259550"/>
                <a:gd name="csY7" fmla="*/ 344968 h 2802467"/>
                <a:gd name="csX8" fmla="*/ 728193 w 1259550"/>
                <a:gd name="csY8" fmla="*/ 0 h 2802467"/>
                <a:gd name="csX0" fmla="*/ 1254110 w 1259550"/>
                <a:gd name="csY0" fmla="*/ 2802467 h 2802467"/>
                <a:gd name="csX1" fmla="*/ 1110177 w 1259550"/>
                <a:gd name="csY1" fmla="*/ 2726267 h 2802467"/>
                <a:gd name="csX2" fmla="*/ 259277 w 1259550"/>
                <a:gd name="csY2" fmla="*/ 2357967 h 2802467"/>
                <a:gd name="csX3" fmla="*/ 306906 w 1259550"/>
                <a:gd name="csY3" fmla="*/ 2068300 h 2802467"/>
                <a:gd name="csX4" fmla="*/ 710778 w 1259550"/>
                <a:gd name="csY4" fmla="*/ 1703042 h 2802467"/>
                <a:gd name="csX5" fmla="*/ 145681 w 1259550"/>
                <a:gd name="csY5" fmla="*/ 1345787 h 2802467"/>
                <a:gd name="csX6" fmla="*/ 25894 w 1259550"/>
                <a:gd name="csY6" fmla="*/ 942255 h 2802467"/>
                <a:gd name="csX7" fmla="*/ 577899 w 1259550"/>
                <a:gd name="csY7" fmla="*/ 344968 h 2802467"/>
                <a:gd name="csX8" fmla="*/ 728193 w 1259550"/>
                <a:gd name="csY8" fmla="*/ 0 h 2802467"/>
                <a:gd name="csX0" fmla="*/ 1254110 w 1259550"/>
                <a:gd name="csY0" fmla="*/ 2802467 h 2802467"/>
                <a:gd name="csX1" fmla="*/ 1110177 w 1259550"/>
                <a:gd name="csY1" fmla="*/ 2726267 h 2802467"/>
                <a:gd name="csX2" fmla="*/ 259277 w 1259550"/>
                <a:gd name="csY2" fmla="*/ 2357967 h 2802467"/>
                <a:gd name="csX3" fmla="*/ 306906 w 1259550"/>
                <a:gd name="csY3" fmla="*/ 2068300 h 2802467"/>
                <a:gd name="csX4" fmla="*/ 738463 w 1259550"/>
                <a:gd name="csY4" fmla="*/ 1711053 h 2802467"/>
                <a:gd name="csX5" fmla="*/ 145681 w 1259550"/>
                <a:gd name="csY5" fmla="*/ 1345787 h 2802467"/>
                <a:gd name="csX6" fmla="*/ 25894 w 1259550"/>
                <a:gd name="csY6" fmla="*/ 942255 h 2802467"/>
                <a:gd name="csX7" fmla="*/ 577899 w 1259550"/>
                <a:gd name="csY7" fmla="*/ 344968 h 2802467"/>
                <a:gd name="csX8" fmla="*/ 728193 w 1259550"/>
                <a:gd name="csY8" fmla="*/ 0 h 2802467"/>
                <a:gd name="csX0" fmla="*/ 1257249 w 1262689"/>
                <a:gd name="csY0" fmla="*/ 2802467 h 2802467"/>
                <a:gd name="csX1" fmla="*/ 1113316 w 1262689"/>
                <a:gd name="csY1" fmla="*/ 2726267 h 2802467"/>
                <a:gd name="csX2" fmla="*/ 262416 w 1262689"/>
                <a:gd name="csY2" fmla="*/ 2357967 h 2802467"/>
                <a:gd name="csX3" fmla="*/ 310045 w 1262689"/>
                <a:gd name="csY3" fmla="*/ 2068300 h 2802467"/>
                <a:gd name="csX4" fmla="*/ 741602 w 1262689"/>
                <a:gd name="csY4" fmla="*/ 1711053 h 2802467"/>
                <a:gd name="csX5" fmla="*/ 135792 w 1262689"/>
                <a:gd name="csY5" fmla="*/ 1353797 h 2802467"/>
                <a:gd name="csX6" fmla="*/ 29033 w 1262689"/>
                <a:gd name="csY6" fmla="*/ 942255 h 2802467"/>
                <a:gd name="csX7" fmla="*/ 581038 w 1262689"/>
                <a:gd name="csY7" fmla="*/ 344968 h 2802467"/>
                <a:gd name="csX8" fmla="*/ 731332 w 1262689"/>
                <a:gd name="csY8" fmla="*/ 0 h 2802467"/>
                <a:gd name="csX0" fmla="*/ 1253439 w 1258879"/>
                <a:gd name="csY0" fmla="*/ 2802467 h 2802467"/>
                <a:gd name="csX1" fmla="*/ 1109506 w 1258879"/>
                <a:gd name="csY1" fmla="*/ 2726267 h 2802467"/>
                <a:gd name="csX2" fmla="*/ 258606 w 1258879"/>
                <a:gd name="csY2" fmla="*/ 2357967 h 2802467"/>
                <a:gd name="csX3" fmla="*/ 306235 w 1258879"/>
                <a:gd name="csY3" fmla="*/ 2068300 h 2802467"/>
                <a:gd name="csX4" fmla="*/ 737792 w 1258879"/>
                <a:gd name="csY4" fmla="*/ 1711053 h 2802467"/>
                <a:gd name="csX5" fmla="*/ 131982 w 1258879"/>
                <a:gd name="csY5" fmla="*/ 1353797 h 2802467"/>
                <a:gd name="csX6" fmla="*/ 25223 w 1258879"/>
                <a:gd name="csY6" fmla="*/ 942255 h 2802467"/>
                <a:gd name="csX7" fmla="*/ 577228 w 1258879"/>
                <a:gd name="csY7" fmla="*/ 344968 h 2802467"/>
                <a:gd name="csX8" fmla="*/ 727522 w 1258879"/>
                <a:gd name="csY8" fmla="*/ 0 h 2802467"/>
                <a:gd name="csX0" fmla="*/ 1251259 w 1256699"/>
                <a:gd name="csY0" fmla="*/ 2802467 h 2802467"/>
                <a:gd name="csX1" fmla="*/ 1107326 w 1256699"/>
                <a:gd name="csY1" fmla="*/ 2726267 h 2802467"/>
                <a:gd name="csX2" fmla="*/ 256426 w 1256699"/>
                <a:gd name="csY2" fmla="*/ 2357967 h 2802467"/>
                <a:gd name="csX3" fmla="*/ 304055 w 1256699"/>
                <a:gd name="csY3" fmla="*/ 2068300 h 2802467"/>
                <a:gd name="csX4" fmla="*/ 735612 w 1256699"/>
                <a:gd name="csY4" fmla="*/ 1711053 h 2802467"/>
                <a:gd name="csX5" fmla="*/ 129802 w 1256699"/>
                <a:gd name="csY5" fmla="*/ 1353797 h 2802467"/>
                <a:gd name="csX6" fmla="*/ 23043 w 1256699"/>
                <a:gd name="csY6" fmla="*/ 942255 h 2802467"/>
                <a:gd name="csX7" fmla="*/ 575048 w 1256699"/>
                <a:gd name="csY7" fmla="*/ 344968 h 2802467"/>
                <a:gd name="csX8" fmla="*/ 725342 w 125669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733542 w 1254629"/>
                <a:gd name="csY4" fmla="*/ 1711053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733542 w 1254629"/>
                <a:gd name="csY4" fmla="*/ 1711053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621175 w 1254629"/>
                <a:gd name="csY4" fmla="*/ 1752706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564176 w 1254629"/>
                <a:gd name="csY4" fmla="*/ 1738288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520207 w 1254629"/>
                <a:gd name="csY4" fmla="*/ 1717462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9189 w 1254629"/>
                <a:gd name="csY0" fmla="*/ 2802467 h 2802467"/>
                <a:gd name="csX1" fmla="*/ 1105256 w 1254629"/>
                <a:gd name="csY1" fmla="*/ 2726267 h 2802467"/>
                <a:gd name="csX2" fmla="*/ 254356 w 1254629"/>
                <a:gd name="csY2" fmla="*/ 2357967 h 2802467"/>
                <a:gd name="csX3" fmla="*/ 301985 w 1254629"/>
                <a:gd name="csY3" fmla="*/ 2068300 h 2802467"/>
                <a:gd name="csX4" fmla="*/ 520207 w 1254629"/>
                <a:gd name="csY4" fmla="*/ 1717462 h 2802467"/>
                <a:gd name="csX5" fmla="*/ 139133 w 1254629"/>
                <a:gd name="csY5" fmla="*/ 1339378 h 2802467"/>
                <a:gd name="csX6" fmla="*/ 20973 w 1254629"/>
                <a:gd name="csY6" fmla="*/ 942255 h 2802467"/>
                <a:gd name="csX7" fmla="*/ 572978 w 1254629"/>
                <a:gd name="csY7" fmla="*/ 344968 h 2802467"/>
                <a:gd name="csX8" fmla="*/ 723272 w 1254629"/>
                <a:gd name="csY8" fmla="*/ 0 h 2802467"/>
                <a:gd name="csX0" fmla="*/ 1247111 w 1252551"/>
                <a:gd name="csY0" fmla="*/ 2802467 h 2802467"/>
                <a:gd name="csX1" fmla="*/ 1103178 w 1252551"/>
                <a:gd name="csY1" fmla="*/ 2726267 h 2802467"/>
                <a:gd name="csX2" fmla="*/ 252278 w 1252551"/>
                <a:gd name="csY2" fmla="*/ 2357967 h 2802467"/>
                <a:gd name="csX3" fmla="*/ 299907 w 1252551"/>
                <a:gd name="csY3" fmla="*/ 2068300 h 2802467"/>
                <a:gd name="csX4" fmla="*/ 518129 w 1252551"/>
                <a:gd name="csY4" fmla="*/ 1717462 h 2802467"/>
                <a:gd name="csX5" fmla="*/ 137055 w 1252551"/>
                <a:gd name="csY5" fmla="*/ 1339378 h 2802467"/>
                <a:gd name="csX6" fmla="*/ 18895 w 1252551"/>
                <a:gd name="csY6" fmla="*/ 942255 h 2802467"/>
                <a:gd name="csX7" fmla="*/ 570900 w 1252551"/>
                <a:gd name="csY7" fmla="*/ 344968 h 2802467"/>
                <a:gd name="csX8" fmla="*/ 721194 w 1252551"/>
                <a:gd name="csY8" fmla="*/ 0 h 2802467"/>
                <a:gd name="csX0" fmla="*/ 1247111 w 1252551"/>
                <a:gd name="csY0" fmla="*/ 2802467 h 2802467"/>
                <a:gd name="csX1" fmla="*/ 1103178 w 1252551"/>
                <a:gd name="csY1" fmla="*/ 2726267 h 2802467"/>
                <a:gd name="csX2" fmla="*/ 252278 w 1252551"/>
                <a:gd name="csY2" fmla="*/ 2357967 h 2802467"/>
                <a:gd name="csX3" fmla="*/ 299907 w 1252551"/>
                <a:gd name="csY3" fmla="*/ 2068300 h 2802467"/>
                <a:gd name="csX4" fmla="*/ 518129 w 1252551"/>
                <a:gd name="csY4" fmla="*/ 1717462 h 2802467"/>
                <a:gd name="csX5" fmla="*/ 137055 w 1252551"/>
                <a:gd name="csY5" fmla="*/ 1339378 h 2802467"/>
                <a:gd name="csX6" fmla="*/ 18895 w 1252551"/>
                <a:gd name="csY6" fmla="*/ 942255 h 2802467"/>
                <a:gd name="csX7" fmla="*/ 570900 w 1252551"/>
                <a:gd name="csY7" fmla="*/ 344968 h 2802467"/>
                <a:gd name="csX8" fmla="*/ 721194 w 1252551"/>
                <a:gd name="csY8" fmla="*/ 0 h 2802467"/>
                <a:gd name="csX0" fmla="*/ 1238809 w 1244249"/>
                <a:gd name="csY0" fmla="*/ 2802467 h 2802467"/>
                <a:gd name="csX1" fmla="*/ 1094876 w 1244249"/>
                <a:gd name="csY1" fmla="*/ 2726267 h 2802467"/>
                <a:gd name="csX2" fmla="*/ 243976 w 1244249"/>
                <a:gd name="csY2" fmla="*/ 2357967 h 2802467"/>
                <a:gd name="csX3" fmla="*/ 291605 w 1244249"/>
                <a:gd name="csY3" fmla="*/ 2068300 h 2802467"/>
                <a:gd name="csX4" fmla="*/ 509827 w 1244249"/>
                <a:gd name="csY4" fmla="*/ 1717462 h 2802467"/>
                <a:gd name="csX5" fmla="*/ 200408 w 1244249"/>
                <a:gd name="csY5" fmla="*/ 1451520 h 2802467"/>
                <a:gd name="csX6" fmla="*/ 10593 w 1244249"/>
                <a:gd name="csY6" fmla="*/ 942255 h 2802467"/>
                <a:gd name="csX7" fmla="*/ 562598 w 1244249"/>
                <a:gd name="csY7" fmla="*/ 344968 h 2802467"/>
                <a:gd name="csX8" fmla="*/ 712892 w 1244249"/>
                <a:gd name="csY8" fmla="*/ 0 h 2802467"/>
                <a:gd name="csX0" fmla="*/ 1239096 w 1244536"/>
                <a:gd name="csY0" fmla="*/ 2802467 h 2802467"/>
                <a:gd name="csX1" fmla="*/ 1095163 w 1244536"/>
                <a:gd name="csY1" fmla="*/ 2726267 h 2802467"/>
                <a:gd name="csX2" fmla="*/ 244263 w 1244536"/>
                <a:gd name="csY2" fmla="*/ 2357967 h 2802467"/>
                <a:gd name="csX3" fmla="*/ 291892 w 1244536"/>
                <a:gd name="csY3" fmla="*/ 2068300 h 2802467"/>
                <a:gd name="csX4" fmla="*/ 510114 w 1244536"/>
                <a:gd name="csY4" fmla="*/ 1717462 h 2802467"/>
                <a:gd name="csX5" fmla="*/ 197438 w 1244536"/>
                <a:gd name="csY5" fmla="*/ 1427489 h 2802467"/>
                <a:gd name="csX6" fmla="*/ 10880 w 1244536"/>
                <a:gd name="csY6" fmla="*/ 942255 h 2802467"/>
                <a:gd name="csX7" fmla="*/ 562885 w 1244536"/>
                <a:gd name="csY7" fmla="*/ 344968 h 2802467"/>
                <a:gd name="csX8" fmla="*/ 713179 w 1244536"/>
                <a:gd name="csY8" fmla="*/ 0 h 2802467"/>
                <a:gd name="csX0" fmla="*/ 1240814 w 1246254"/>
                <a:gd name="csY0" fmla="*/ 2802467 h 2802467"/>
                <a:gd name="csX1" fmla="*/ 1096881 w 1246254"/>
                <a:gd name="csY1" fmla="*/ 2726267 h 2802467"/>
                <a:gd name="csX2" fmla="*/ 245981 w 1246254"/>
                <a:gd name="csY2" fmla="*/ 2357967 h 2802467"/>
                <a:gd name="csX3" fmla="*/ 293610 w 1246254"/>
                <a:gd name="csY3" fmla="*/ 2068300 h 2802467"/>
                <a:gd name="csX4" fmla="*/ 511832 w 1246254"/>
                <a:gd name="csY4" fmla="*/ 1717462 h 2802467"/>
                <a:gd name="csX5" fmla="*/ 181242 w 1246254"/>
                <a:gd name="csY5" fmla="*/ 1421081 h 2802467"/>
                <a:gd name="csX6" fmla="*/ 12598 w 1246254"/>
                <a:gd name="csY6" fmla="*/ 942255 h 2802467"/>
                <a:gd name="csX7" fmla="*/ 564603 w 1246254"/>
                <a:gd name="csY7" fmla="*/ 344968 h 2802467"/>
                <a:gd name="csX8" fmla="*/ 714897 w 1246254"/>
                <a:gd name="csY8" fmla="*/ 0 h 2802467"/>
                <a:gd name="csX0" fmla="*/ 1240814 w 1246254"/>
                <a:gd name="csY0" fmla="*/ 2802467 h 2802467"/>
                <a:gd name="csX1" fmla="*/ 1096881 w 1246254"/>
                <a:gd name="csY1" fmla="*/ 2726267 h 2802467"/>
                <a:gd name="csX2" fmla="*/ 245981 w 1246254"/>
                <a:gd name="csY2" fmla="*/ 2357967 h 2802467"/>
                <a:gd name="csX3" fmla="*/ 293610 w 1246254"/>
                <a:gd name="csY3" fmla="*/ 2068300 h 2802467"/>
                <a:gd name="csX4" fmla="*/ 511832 w 1246254"/>
                <a:gd name="csY4" fmla="*/ 1717462 h 2802467"/>
                <a:gd name="csX5" fmla="*/ 181242 w 1246254"/>
                <a:gd name="csY5" fmla="*/ 1421081 h 2802467"/>
                <a:gd name="csX6" fmla="*/ 12598 w 1246254"/>
                <a:gd name="csY6" fmla="*/ 942255 h 2802467"/>
                <a:gd name="csX7" fmla="*/ 564603 w 1246254"/>
                <a:gd name="csY7" fmla="*/ 344968 h 2802467"/>
                <a:gd name="csX8" fmla="*/ 714897 w 1246254"/>
                <a:gd name="csY8" fmla="*/ 0 h 2802467"/>
                <a:gd name="csX0" fmla="*/ 1241746 w 1247186"/>
                <a:gd name="csY0" fmla="*/ 2802467 h 2802467"/>
                <a:gd name="csX1" fmla="*/ 1097813 w 1247186"/>
                <a:gd name="csY1" fmla="*/ 2726267 h 2802467"/>
                <a:gd name="csX2" fmla="*/ 246913 w 1247186"/>
                <a:gd name="csY2" fmla="*/ 2357967 h 2802467"/>
                <a:gd name="csX3" fmla="*/ 294542 w 1247186"/>
                <a:gd name="csY3" fmla="*/ 2068300 h 2802467"/>
                <a:gd name="csX4" fmla="*/ 512764 w 1247186"/>
                <a:gd name="csY4" fmla="*/ 1717462 h 2802467"/>
                <a:gd name="csX5" fmla="*/ 182174 w 1247186"/>
                <a:gd name="csY5" fmla="*/ 1421081 h 2802467"/>
                <a:gd name="csX6" fmla="*/ 13530 w 1247186"/>
                <a:gd name="csY6" fmla="*/ 942255 h 2802467"/>
                <a:gd name="csX7" fmla="*/ 565535 w 1247186"/>
                <a:gd name="csY7" fmla="*/ 344968 h 2802467"/>
                <a:gd name="csX8" fmla="*/ 715829 w 1247186"/>
                <a:gd name="csY8" fmla="*/ 0 h 2802467"/>
                <a:gd name="csX0" fmla="*/ 1240975 w 1246415"/>
                <a:gd name="csY0" fmla="*/ 2802467 h 2802467"/>
                <a:gd name="csX1" fmla="*/ 1097042 w 1246415"/>
                <a:gd name="csY1" fmla="*/ 2726267 h 2802467"/>
                <a:gd name="csX2" fmla="*/ 246142 w 1246415"/>
                <a:gd name="csY2" fmla="*/ 2357967 h 2802467"/>
                <a:gd name="csX3" fmla="*/ 293771 w 1246415"/>
                <a:gd name="csY3" fmla="*/ 2068300 h 2802467"/>
                <a:gd name="csX4" fmla="*/ 511993 w 1246415"/>
                <a:gd name="csY4" fmla="*/ 1717462 h 2802467"/>
                <a:gd name="csX5" fmla="*/ 181403 w 1246415"/>
                <a:gd name="csY5" fmla="*/ 1421081 h 2802467"/>
                <a:gd name="csX6" fmla="*/ 12759 w 1246415"/>
                <a:gd name="csY6" fmla="*/ 942255 h 2802467"/>
                <a:gd name="csX7" fmla="*/ 564764 w 1246415"/>
                <a:gd name="csY7" fmla="*/ 344968 h 2802467"/>
                <a:gd name="csX8" fmla="*/ 715058 w 1246415"/>
                <a:gd name="csY8" fmla="*/ 0 h 2802467"/>
                <a:gd name="csX0" fmla="*/ 1240975 w 1246415"/>
                <a:gd name="csY0" fmla="*/ 2802467 h 2802467"/>
                <a:gd name="csX1" fmla="*/ 1097042 w 1246415"/>
                <a:gd name="csY1" fmla="*/ 2726267 h 2802467"/>
                <a:gd name="csX2" fmla="*/ 246142 w 1246415"/>
                <a:gd name="csY2" fmla="*/ 2357967 h 2802467"/>
                <a:gd name="csX3" fmla="*/ 293771 w 1246415"/>
                <a:gd name="csY3" fmla="*/ 2068300 h 2802467"/>
                <a:gd name="csX4" fmla="*/ 489194 w 1246415"/>
                <a:gd name="csY4" fmla="*/ 1739890 h 2802467"/>
                <a:gd name="csX5" fmla="*/ 181403 w 1246415"/>
                <a:gd name="csY5" fmla="*/ 1421081 h 2802467"/>
                <a:gd name="csX6" fmla="*/ 12759 w 1246415"/>
                <a:gd name="csY6" fmla="*/ 942255 h 2802467"/>
                <a:gd name="csX7" fmla="*/ 564764 w 1246415"/>
                <a:gd name="csY7" fmla="*/ 344968 h 2802467"/>
                <a:gd name="csX8" fmla="*/ 715058 w 1246415"/>
                <a:gd name="csY8" fmla="*/ 0 h 2802467"/>
                <a:gd name="csX0" fmla="*/ 1240975 w 1246415"/>
                <a:gd name="csY0" fmla="*/ 2802467 h 2802467"/>
                <a:gd name="csX1" fmla="*/ 1097042 w 1246415"/>
                <a:gd name="csY1" fmla="*/ 2726267 h 2802467"/>
                <a:gd name="csX2" fmla="*/ 246142 w 1246415"/>
                <a:gd name="csY2" fmla="*/ 2357967 h 2802467"/>
                <a:gd name="csX3" fmla="*/ 293771 w 1246415"/>
                <a:gd name="csY3" fmla="*/ 2068300 h 2802467"/>
                <a:gd name="csX4" fmla="*/ 489194 w 1246415"/>
                <a:gd name="csY4" fmla="*/ 1739890 h 2802467"/>
                <a:gd name="csX5" fmla="*/ 181403 w 1246415"/>
                <a:gd name="csY5" fmla="*/ 1421081 h 2802467"/>
                <a:gd name="csX6" fmla="*/ 12759 w 1246415"/>
                <a:gd name="csY6" fmla="*/ 942255 h 2802467"/>
                <a:gd name="csX7" fmla="*/ 564764 w 1246415"/>
                <a:gd name="csY7" fmla="*/ 344968 h 2802467"/>
                <a:gd name="csX8" fmla="*/ 715058 w 1246415"/>
                <a:gd name="csY8" fmla="*/ 0 h 2802467"/>
                <a:gd name="csX0" fmla="*/ 1240975 w 1246415"/>
                <a:gd name="csY0" fmla="*/ 2802467 h 2802467"/>
                <a:gd name="csX1" fmla="*/ 1097042 w 1246415"/>
                <a:gd name="csY1" fmla="*/ 2726267 h 2802467"/>
                <a:gd name="csX2" fmla="*/ 246142 w 1246415"/>
                <a:gd name="csY2" fmla="*/ 2357967 h 2802467"/>
                <a:gd name="csX3" fmla="*/ 293771 w 1246415"/>
                <a:gd name="csY3" fmla="*/ 2068300 h 2802467"/>
                <a:gd name="csX4" fmla="*/ 489194 w 1246415"/>
                <a:gd name="csY4" fmla="*/ 1739890 h 2802467"/>
                <a:gd name="csX5" fmla="*/ 181403 w 1246415"/>
                <a:gd name="csY5" fmla="*/ 1421081 h 2802467"/>
                <a:gd name="csX6" fmla="*/ 12759 w 1246415"/>
                <a:gd name="csY6" fmla="*/ 942255 h 2802467"/>
                <a:gd name="csX7" fmla="*/ 564764 w 1246415"/>
                <a:gd name="csY7" fmla="*/ 344968 h 2802467"/>
                <a:gd name="csX8" fmla="*/ 715058 w 1246415"/>
                <a:gd name="csY8" fmla="*/ 0 h 2802467"/>
                <a:gd name="csX0" fmla="*/ 1239230 w 1244670"/>
                <a:gd name="csY0" fmla="*/ 2802467 h 2802467"/>
                <a:gd name="csX1" fmla="*/ 1095297 w 1244670"/>
                <a:gd name="csY1" fmla="*/ 2726267 h 2802467"/>
                <a:gd name="csX2" fmla="*/ 244397 w 1244670"/>
                <a:gd name="csY2" fmla="*/ 2357967 h 2802467"/>
                <a:gd name="csX3" fmla="*/ 292026 w 1244670"/>
                <a:gd name="csY3" fmla="*/ 2068300 h 2802467"/>
                <a:gd name="csX4" fmla="*/ 487449 w 1244670"/>
                <a:gd name="csY4" fmla="*/ 1739890 h 2802467"/>
                <a:gd name="csX5" fmla="*/ 197572 w 1244670"/>
                <a:gd name="csY5" fmla="*/ 1409866 h 2802467"/>
                <a:gd name="csX6" fmla="*/ 11014 w 1244670"/>
                <a:gd name="csY6" fmla="*/ 942255 h 2802467"/>
                <a:gd name="csX7" fmla="*/ 563019 w 1244670"/>
                <a:gd name="csY7" fmla="*/ 344968 h 2802467"/>
                <a:gd name="csX8" fmla="*/ 713313 w 1244670"/>
                <a:gd name="csY8" fmla="*/ 0 h 2802467"/>
                <a:gd name="csX0" fmla="*/ 1238656 w 1244096"/>
                <a:gd name="csY0" fmla="*/ 2802467 h 2802467"/>
                <a:gd name="csX1" fmla="*/ 1094723 w 1244096"/>
                <a:gd name="csY1" fmla="*/ 2726267 h 2802467"/>
                <a:gd name="csX2" fmla="*/ 243823 w 1244096"/>
                <a:gd name="csY2" fmla="*/ 2357967 h 2802467"/>
                <a:gd name="csX3" fmla="*/ 291452 w 1244096"/>
                <a:gd name="csY3" fmla="*/ 2068300 h 2802467"/>
                <a:gd name="csX4" fmla="*/ 486875 w 1244096"/>
                <a:gd name="csY4" fmla="*/ 1739890 h 2802467"/>
                <a:gd name="csX5" fmla="*/ 196998 w 1244096"/>
                <a:gd name="csY5" fmla="*/ 1409866 h 2802467"/>
                <a:gd name="csX6" fmla="*/ 10440 w 1244096"/>
                <a:gd name="csY6" fmla="*/ 942255 h 2802467"/>
                <a:gd name="csX7" fmla="*/ 562445 w 1244096"/>
                <a:gd name="csY7" fmla="*/ 344968 h 2802467"/>
                <a:gd name="csX8" fmla="*/ 712739 w 1244096"/>
                <a:gd name="csY8" fmla="*/ 0 h 2802467"/>
                <a:gd name="csX0" fmla="*/ 1240450 w 1245890"/>
                <a:gd name="csY0" fmla="*/ 2802467 h 2802467"/>
                <a:gd name="csX1" fmla="*/ 1096517 w 1245890"/>
                <a:gd name="csY1" fmla="*/ 2726267 h 2802467"/>
                <a:gd name="csX2" fmla="*/ 245617 w 1245890"/>
                <a:gd name="csY2" fmla="*/ 2357967 h 2802467"/>
                <a:gd name="csX3" fmla="*/ 293246 w 1245890"/>
                <a:gd name="csY3" fmla="*/ 2068300 h 2802467"/>
                <a:gd name="csX4" fmla="*/ 488669 w 1245890"/>
                <a:gd name="csY4" fmla="*/ 1739890 h 2802467"/>
                <a:gd name="csX5" fmla="*/ 198792 w 1245890"/>
                <a:gd name="csY5" fmla="*/ 1409866 h 2802467"/>
                <a:gd name="csX6" fmla="*/ 12234 w 1245890"/>
                <a:gd name="csY6" fmla="*/ 942255 h 2802467"/>
                <a:gd name="csX7" fmla="*/ 564239 w 1245890"/>
                <a:gd name="csY7" fmla="*/ 344968 h 2802467"/>
                <a:gd name="csX8" fmla="*/ 714533 w 1245890"/>
                <a:gd name="csY8" fmla="*/ 0 h 2802467"/>
                <a:gd name="csX0" fmla="*/ 1228479 w 1233919"/>
                <a:gd name="csY0" fmla="*/ 2802467 h 2802467"/>
                <a:gd name="csX1" fmla="*/ 1084546 w 1233919"/>
                <a:gd name="csY1" fmla="*/ 2726267 h 2802467"/>
                <a:gd name="csX2" fmla="*/ 233646 w 1233919"/>
                <a:gd name="csY2" fmla="*/ 2357967 h 2802467"/>
                <a:gd name="csX3" fmla="*/ 281275 w 1233919"/>
                <a:gd name="csY3" fmla="*/ 2068300 h 2802467"/>
                <a:gd name="csX4" fmla="*/ 476698 w 1233919"/>
                <a:gd name="csY4" fmla="*/ 1739890 h 2802467"/>
                <a:gd name="csX5" fmla="*/ 263 w 1233919"/>
                <a:gd name="csY5" fmla="*/ 942255 h 2802467"/>
                <a:gd name="csX6" fmla="*/ 552268 w 1233919"/>
                <a:gd name="csY6" fmla="*/ 344968 h 2802467"/>
                <a:gd name="csX7" fmla="*/ 702562 w 1233919"/>
                <a:gd name="csY7" fmla="*/ 0 h 2802467"/>
                <a:gd name="csX0" fmla="*/ 1228471 w 1233911"/>
                <a:gd name="csY0" fmla="*/ 2802467 h 2802467"/>
                <a:gd name="csX1" fmla="*/ 1084538 w 1233911"/>
                <a:gd name="csY1" fmla="*/ 2726267 h 2802467"/>
                <a:gd name="csX2" fmla="*/ 233638 w 1233911"/>
                <a:gd name="csY2" fmla="*/ 2357967 h 2802467"/>
                <a:gd name="csX3" fmla="*/ 281267 w 1233911"/>
                <a:gd name="csY3" fmla="*/ 2068300 h 2802467"/>
                <a:gd name="csX4" fmla="*/ 477911 w 1233911"/>
                <a:gd name="csY4" fmla="*/ 1789152 h 2802467"/>
                <a:gd name="csX5" fmla="*/ 255 w 1233911"/>
                <a:gd name="csY5" fmla="*/ 942255 h 2802467"/>
                <a:gd name="csX6" fmla="*/ 552260 w 1233911"/>
                <a:gd name="csY6" fmla="*/ 344968 h 2802467"/>
                <a:gd name="csX7" fmla="*/ 702554 w 1233911"/>
                <a:gd name="csY7" fmla="*/ 0 h 2802467"/>
                <a:gd name="csX0" fmla="*/ 1228467 w 1233907"/>
                <a:gd name="csY0" fmla="*/ 2802467 h 2802467"/>
                <a:gd name="csX1" fmla="*/ 1084534 w 1233907"/>
                <a:gd name="csY1" fmla="*/ 2726267 h 2802467"/>
                <a:gd name="csX2" fmla="*/ 233634 w 1233907"/>
                <a:gd name="csY2" fmla="*/ 2357967 h 2802467"/>
                <a:gd name="csX3" fmla="*/ 477907 w 1233907"/>
                <a:gd name="csY3" fmla="*/ 1789152 h 2802467"/>
                <a:gd name="csX4" fmla="*/ 251 w 1233907"/>
                <a:gd name="csY4" fmla="*/ 942255 h 2802467"/>
                <a:gd name="csX5" fmla="*/ 552256 w 1233907"/>
                <a:gd name="csY5" fmla="*/ 344968 h 2802467"/>
                <a:gd name="csX6" fmla="*/ 702550 w 1233907"/>
                <a:gd name="csY6" fmla="*/ 0 h 2802467"/>
                <a:gd name="csX0" fmla="*/ 1228458 w 1233898"/>
                <a:gd name="csY0" fmla="*/ 2802467 h 2802467"/>
                <a:gd name="csX1" fmla="*/ 1084525 w 1233898"/>
                <a:gd name="csY1" fmla="*/ 2726267 h 2802467"/>
                <a:gd name="csX2" fmla="*/ 233625 w 1233898"/>
                <a:gd name="csY2" fmla="*/ 2357967 h 2802467"/>
                <a:gd name="csX3" fmla="*/ 479120 w 1233898"/>
                <a:gd name="csY3" fmla="*/ 1876863 h 2802467"/>
                <a:gd name="csX4" fmla="*/ 242 w 1233898"/>
                <a:gd name="csY4" fmla="*/ 942255 h 2802467"/>
                <a:gd name="csX5" fmla="*/ 552247 w 1233898"/>
                <a:gd name="csY5" fmla="*/ 344968 h 2802467"/>
                <a:gd name="csX6" fmla="*/ 702541 w 1233898"/>
                <a:gd name="csY6" fmla="*/ 0 h 2802467"/>
                <a:gd name="csX0" fmla="*/ 1241948 w 1247388"/>
                <a:gd name="csY0" fmla="*/ 2802467 h 2802467"/>
                <a:gd name="csX1" fmla="*/ 1098015 w 1247388"/>
                <a:gd name="csY1" fmla="*/ 2726267 h 2802467"/>
                <a:gd name="csX2" fmla="*/ 247115 w 1247388"/>
                <a:gd name="csY2" fmla="*/ 2357967 h 2802467"/>
                <a:gd name="csX3" fmla="*/ 13732 w 1247388"/>
                <a:gd name="csY3" fmla="*/ 942255 h 2802467"/>
                <a:gd name="csX4" fmla="*/ 565737 w 1247388"/>
                <a:gd name="csY4" fmla="*/ 344968 h 2802467"/>
                <a:gd name="csX5" fmla="*/ 716031 w 1247388"/>
                <a:gd name="csY5" fmla="*/ 0 h 2802467"/>
                <a:gd name="csX0" fmla="*/ 1257771 w 1263211"/>
                <a:gd name="csY0" fmla="*/ 2802467 h 2802467"/>
                <a:gd name="csX1" fmla="*/ 1113838 w 1263211"/>
                <a:gd name="csY1" fmla="*/ 2726267 h 2802467"/>
                <a:gd name="csX2" fmla="*/ 262938 w 1263211"/>
                <a:gd name="csY2" fmla="*/ 2357967 h 2802467"/>
                <a:gd name="csX3" fmla="*/ 94785 w 1263211"/>
                <a:gd name="csY3" fmla="*/ 1854030 h 2802467"/>
                <a:gd name="csX4" fmla="*/ 29555 w 1263211"/>
                <a:gd name="csY4" fmla="*/ 942255 h 2802467"/>
                <a:gd name="csX5" fmla="*/ 581560 w 1263211"/>
                <a:gd name="csY5" fmla="*/ 344968 h 2802467"/>
                <a:gd name="csX6" fmla="*/ 731854 w 1263211"/>
                <a:gd name="csY6" fmla="*/ 0 h 2802467"/>
                <a:gd name="csX0" fmla="*/ 1229953 w 1235393"/>
                <a:gd name="csY0" fmla="*/ 2802467 h 2802467"/>
                <a:gd name="csX1" fmla="*/ 1086020 w 1235393"/>
                <a:gd name="csY1" fmla="*/ 2726267 h 2802467"/>
                <a:gd name="csX2" fmla="*/ 235120 w 1235393"/>
                <a:gd name="csY2" fmla="*/ 2357967 h 2802467"/>
                <a:gd name="csX3" fmla="*/ 374757 w 1235393"/>
                <a:gd name="csY3" fmla="*/ 1798760 h 2802467"/>
                <a:gd name="csX4" fmla="*/ 1737 w 1235393"/>
                <a:gd name="csY4" fmla="*/ 942255 h 2802467"/>
                <a:gd name="csX5" fmla="*/ 553742 w 1235393"/>
                <a:gd name="csY5" fmla="*/ 344968 h 2802467"/>
                <a:gd name="csX6" fmla="*/ 704036 w 1235393"/>
                <a:gd name="csY6" fmla="*/ 0 h 2802467"/>
                <a:gd name="csX0" fmla="*/ 1229953 w 1235393"/>
                <a:gd name="csY0" fmla="*/ 2802467 h 2802467"/>
                <a:gd name="csX1" fmla="*/ 1086020 w 1235393"/>
                <a:gd name="csY1" fmla="*/ 2726267 h 2802467"/>
                <a:gd name="csX2" fmla="*/ 235120 w 1235393"/>
                <a:gd name="csY2" fmla="*/ 2357967 h 2802467"/>
                <a:gd name="csX3" fmla="*/ 374757 w 1235393"/>
                <a:gd name="csY3" fmla="*/ 1798760 h 2802467"/>
                <a:gd name="csX4" fmla="*/ 1737 w 1235393"/>
                <a:gd name="csY4" fmla="*/ 942255 h 2802467"/>
                <a:gd name="csX5" fmla="*/ 553742 w 1235393"/>
                <a:gd name="csY5" fmla="*/ 344968 h 2802467"/>
                <a:gd name="csX6" fmla="*/ 704036 w 1235393"/>
                <a:gd name="csY6" fmla="*/ 0 h 2802467"/>
                <a:gd name="csX0" fmla="*/ 1229768 w 1235208"/>
                <a:gd name="csY0" fmla="*/ 2802467 h 2802467"/>
                <a:gd name="csX1" fmla="*/ 1085835 w 1235208"/>
                <a:gd name="csY1" fmla="*/ 2726267 h 2802467"/>
                <a:gd name="csX2" fmla="*/ 234935 w 1235208"/>
                <a:gd name="csY2" fmla="*/ 2357967 h 2802467"/>
                <a:gd name="csX3" fmla="*/ 374572 w 1235208"/>
                <a:gd name="csY3" fmla="*/ 1798760 h 2802467"/>
                <a:gd name="csX4" fmla="*/ 1552 w 1235208"/>
                <a:gd name="csY4" fmla="*/ 942255 h 2802467"/>
                <a:gd name="csX5" fmla="*/ 553557 w 1235208"/>
                <a:gd name="csY5" fmla="*/ 344968 h 2802467"/>
                <a:gd name="csX6" fmla="*/ 703851 w 1235208"/>
                <a:gd name="csY6" fmla="*/ 0 h 2802467"/>
                <a:gd name="csX0" fmla="*/ 1229636 w 1235076"/>
                <a:gd name="csY0" fmla="*/ 2802467 h 2802467"/>
                <a:gd name="csX1" fmla="*/ 1085703 w 1235076"/>
                <a:gd name="csY1" fmla="*/ 2726267 h 2802467"/>
                <a:gd name="csX2" fmla="*/ 234803 w 1235076"/>
                <a:gd name="csY2" fmla="*/ 2357967 h 2802467"/>
                <a:gd name="csX3" fmla="*/ 374440 w 1235076"/>
                <a:gd name="csY3" fmla="*/ 1798760 h 2802467"/>
                <a:gd name="csX4" fmla="*/ 1420 w 1235076"/>
                <a:gd name="csY4" fmla="*/ 942255 h 2802467"/>
                <a:gd name="csX5" fmla="*/ 553425 w 1235076"/>
                <a:gd name="csY5" fmla="*/ 344968 h 2802467"/>
                <a:gd name="csX6" fmla="*/ 703719 w 1235076"/>
                <a:gd name="csY6" fmla="*/ 0 h 2802467"/>
                <a:gd name="csX0" fmla="*/ 1245633 w 1251073"/>
                <a:gd name="csY0" fmla="*/ 2802467 h 2802467"/>
                <a:gd name="csX1" fmla="*/ 1101700 w 1251073"/>
                <a:gd name="csY1" fmla="*/ 2726267 h 2802467"/>
                <a:gd name="csX2" fmla="*/ 250800 w 1251073"/>
                <a:gd name="csY2" fmla="*/ 2357967 h 2802467"/>
                <a:gd name="csX3" fmla="*/ 390437 w 1251073"/>
                <a:gd name="csY3" fmla="*/ 1798760 h 2802467"/>
                <a:gd name="csX4" fmla="*/ 160815 w 1251073"/>
                <a:gd name="csY4" fmla="*/ 1306139 h 2802467"/>
                <a:gd name="csX5" fmla="*/ 17417 w 1251073"/>
                <a:gd name="csY5" fmla="*/ 942255 h 2802467"/>
                <a:gd name="csX6" fmla="*/ 569422 w 1251073"/>
                <a:gd name="csY6" fmla="*/ 344968 h 2802467"/>
                <a:gd name="csX7" fmla="*/ 719716 w 1251073"/>
                <a:gd name="csY7" fmla="*/ 0 h 2802467"/>
                <a:gd name="csX0" fmla="*/ 1245633 w 1251073"/>
                <a:gd name="csY0" fmla="*/ 2802467 h 2802467"/>
                <a:gd name="csX1" fmla="*/ 1101700 w 1251073"/>
                <a:gd name="csY1" fmla="*/ 2726267 h 2802467"/>
                <a:gd name="csX2" fmla="*/ 250800 w 1251073"/>
                <a:gd name="csY2" fmla="*/ 2357967 h 2802467"/>
                <a:gd name="csX3" fmla="*/ 390437 w 1251073"/>
                <a:gd name="csY3" fmla="*/ 1798760 h 2802467"/>
                <a:gd name="csX4" fmla="*/ 160815 w 1251073"/>
                <a:gd name="csY4" fmla="*/ 1306139 h 2802467"/>
                <a:gd name="csX5" fmla="*/ 17417 w 1251073"/>
                <a:gd name="csY5" fmla="*/ 942255 h 2802467"/>
                <a:gd name="csX6" fmla="*/ 569422 w 1251073"/>
                <a:gd name="csY6" fmla="*/ 344968 h 2802467"/>
                <a:gd name="csX7" fmla="*/ 719716 w 1251073"/>
                <a:gd name="csY7" fmla="*/ 0 h 2802467"/>
                <a:gd name="csX0" fmla="*/ 1245633 w 1251073"/>
                <a:gd name="csY0" fmla="*/ 2802467 h 2802467"/>
                <a:gd name="csX1" fmla="*/ 1101700 w 1251073"/>
                <a:gd name="csY1" fmla="*/ 2726267 h 2802467"/>
                <a:gd name="csX2" fmla="*/ 250800 w 1251073"/>
                <a:gd name="csY2" fmla="*/ 2357967 h 2802467"/>
                <a:gd name="csX3" fmla="*/ 390437 w 1251073"/>
                <a:gd name="csY3" fmla="*/ 1798760 h 2802467"/>
                <a:gd name="csX4" fmla="*/ 160815 w 1251073"/>
                <a:gd name="csY4" fmla="*/ 1306139 h 2802467"/>
                <a:gd name="csX5" fmla="*/ 17417 w 1251073"/>
                <a:gd name="csY5" fmla="*/ 942255 h 2802467"/>
                <a:gd name="csX6" fmla="*/ 569422 w 1251073"/>
                <a:gd name="csY6" fmla="*/ 344968 h 2802467"/>
                <a:gd name="csX7" fmla="*/ 719716 w 1251073"/>
                <a:gd name="csY7" fmla="*/ 0 h 2802467"/>
                <a:gd name="csX0" fmla="*/ 1241721 w 1247161"/>
                <a:gd name="csY0" fmla="*/ 2802467 h 2802467"/>
                <a:gd name="csX1" fmla="*/ 1097788 w 1247161"/>
                <a:gd name="csY1" fmla="*/ 2726267 h 2802467"/>
                <a:gd name="csX2" fmla="*/ 246888 w 1247161"/>
                <a:gd name="csY2" fmla="*/ 2357967 h 2802467"/>
                <a:gd name="csX3" fmla="*/ 386525 w 1247161"/>
                <a:gd name="csY3" fmla="*/ 1798760 h 2802467"/>
                <a:gd name="csX4" fmla="*/ 156903 w 1247161"/>
                <a:gd name="csY4" fmla="*/ 1306139 h 2802467"/>
                <a:gd name="csX5" fmla="*/ 13505 w 1247161"/>
                <a:gd name="csY5" fmla="*/ 942255 h 2802467"/>
                <a:gd name="csX6" fmla="*/ 565510 w 1247161"/>
                <a:gd name="csY6" fmla="*/ 344968 h 2802467"/>
                <a:gd name="csX7" fmla="*/ 715804 w 1247161"/>
                <a:gd name="csY7" fmla="*/ 0 h 2802467"/>
                <a:gd name="csX0" fmla="*/ 1241721 w 1247161"/>
                <a:gd name="csY0" fmla="*/ 2802467 h 2802467"/>
                <a:gd name="csX1" fmla="*/ 1097788 w 1247161"/>
                <a:gd name="csY1" fmla="*/ 2726267 h 2802467"/>
                <a:gd name="csX2" fmla="*/ 246888 w 1247161"/>
                <a:gd name="csY2" fmla="*/ 2357967 h 2802467"/>
                <a:gd name="csX3" fmla="*/ 386525 w 1247161"/>
                <a:gd name="csY3" fmla="*/ 1798760 h 2802467"/>
                <a:gd name="csX4" fmla="*/ 156903 w 1247161"/>
                <a:gd name="csY4" fmla="*/ 1306139 h 2802467"/>
                <a:gd name="csX5" fmla="*/ 13505 w 1247161"/>
                <a:gd name="csY5" fmla="*/ 942255 h 2802467"/>
                <a:gd name="csX6" fmla="*/ 565510 w 1247161"/>
                <a:gd name="csY6" fmla="*/ 344968 h 2802467"/>
                <a:gd name="csX7" fmla="*/ 715804 w 1247161"/>
                <a:gd name="csY7" fmla="*/ 0 h 2802467"/>
                <a:gd name="csX0" fmla="*/ 1251369 w 1256809"/>
                <a:gd name="csY0" fmla="*/ 2802467 h 2802467"/>
                <a:gd name="csX1" fmla="*/ 1107436 w 1256809"/>
                <a:gd name="csY1" fmla="*/ 2726267 h 2802467"/>
                <a:gd name="csX2" fmla="*/ 256536 w 1256809"/>
                <a:gd name="csY2" fmla="*/ 2357967 h 2802467"/>
                <a:gd name="csX3" fmla="*/ 396173 w 1256809"/>
                <a:gd name="csY3" fmla="*/ 1798760 h 2802467"/>
                <a:gd name="csX4" fmla="*/ 95710 w 1256809"/>
                <a:gd name="csY4" fmla="*/ 1238854 h 2802467"/>
                <a:gd name="csX5" fmla="*/ 23153 w 1256809"/>
                <a:gd name="csY5" fmla="*/ 942255 h 2802467"/>
                <a:gd name="csX6" fmla="*/ 575158 w 1256809"/>
                <a:gd name="csY6" fmla="*/ 344968 h 2802467"/>
                <a:gd name="csX7" fmla="*/ 725452 w 1256809"/>
                <a:gd name="csY7" fmla="*/ 0 h 2802467"/>
                <a:gd name="csX0" fmla="*/ 1238468 w 1243908"/>
                <a:gd name="csY0" fmla="*/ 2802467 h 2802467"/>
                <a:gd name="csX1" fmla="*/ 1094535 w 1243908"/>
                <a:gd name="csY1" fmla="*/ 2726267 h 2802467"/>
                <a:gd name="csX2" fmla="*/ 243635 w 1243908"/>
                <a:gd name="csY2" fmla="*/ 2357967 h 2802467"/>
                <a:gd name="csX3" fmla="*/ 383272 w 1243908"/>
                <a:gd name="csY3" fmla="*/ 1798760 h 2802467"/>
                <a:gd name="csX4" fmla="*/ 82809 w 1243908"/>
                <a:gd name="csY4" fmla="*/ 1238854 h 2802467"/>
                <a:gd name="csX5" fmla="*/ 24908 w 1243908"/>
                <a:gd name="csY5" fmla="*/ 824507 h 2802467"/>
                <a:gd name="csX6" fmla="*/ 562257 w 1243908"/>
                <a:gd name="csY6" fmla="*/ 344968 h 2802467"/>
                <a:gd name="csX7" fmla="*/ 712551 w 1243908"/>
                <a:gd name="csY7" fmla="*/ 0 h 2802467"/>
                <a:gd name="csX0" fmla="*/ 1238468 w 1243908"/>
                <a:gd name="csY0" fmla="*/ 2802467 h 2802467"/>
                <a:gd name="csX1" fmla="*/ 1094535 w 1243908"/>
                <a:gd name="csY1" fmla="*/ 2726267 h 2802467"/>
                <a:gd name="csX2" fmla="*/ 243635 w 1243908"/>
                <a:gd name="csY2" fmla="*/ 2357967 h 2802467"/>
                <a:gd name="csX3" fmla="*/ 424799 w 1243908"/>
                <a:gd name="csY3" fmla="*/ 1805968 h 2802467"/>
                <a:gd name="csX4" fmla="*/ 82809 w 1243908"/>
                <a:gd name="csY4" fmla="*/ 1238854 h 2802467"/>
                <a:gd name="csX5" fmla="*/ 24908 w 1243908"/>
                <a:gd name="csY5" fmla="*/ 824507 h 2802467"/>
                <a:gd name="csX6" fmla="*/ 562257 w 1243908"/>
                <a:gd name="csY6" fmla="*/ 344968 h 2802467"/>
                <a:gd name="csX7" fmla="*/ 712551 w 1243908"/>
                <a:gd name="csY7" fmla="*/ 0 h 2802467"/>
                <a:gd name="csX0" fmla="*/ 1250454 w 1255894"/>
                <a:gd name="csY0" fmla="*/ 2802467 h 2802467"/>
                <a:gd name="csX1" fmla="*/ 1106521 w 1255894"/>
                <a:gd name="csY1" fmla="*/ 2726267 h 2802467"/>
                <a:gd name="csX2" fmla="*/ 255621 w 1255894"/>
                <a:gd name="csY2" fmla="*/ 2357967 h 2802467"/>
                <a:gd name="csX3" fmla="*/ 436785 w 1255894"/>
                <a:gd name="csY3" fmla="*/ 1805968 h 2802467"/>
                <a:gd name="csX4" fmla="*/ 45939 w 1255894"/>
                <a:gd name="csY4" fmla="*/ 1238854 h 2802467"/>
                <a:gd name="csX5" fmla="*/ 36894 w 1255894"/>
                <a:gd name="csY5" fmla="*/ 824507 h 2802467"/>
                <a:gd name="csX6" fmla="*/ 574243 w 1255894"/>
                <a:gd name="csY6" fmla="*/ 344968 h 2802467"/>
                <a:gd name="csX7" fmla="*/ 724537 w 1255894"/>
                <a:gd name="csY7" fmla="*/ 0 h 2802467"/>
                <a:gd name="csX0" fmla="*/ 1250454 w 1255894"/>
                <a:gd name="csY0" fmla="*/ 2802467 h 2802467"/>
                <a:gd name="csX1" fmla="*/ 1106521 w 1255894"/>
                <a:gd name="csY1" fmla="*/ 2726267 h 2802467"/>
                <a:gd name="csX2" fmla="*/ 255621 w 1255894"/>
                <a:gd name="csY2" fmla="*/ 2357967 h 2802467"/>
                <a:gd name="csX3" fmla="*/ 436785 w 1255894"/>
                <a:gd name="csY3" fmla="*/ 1805968 h 2802467"/>
                <a:gd name="csX4" fmla="*/ 45939 w 1255894"/>
                <a:gd name="csY4" fmla="*/ 1238854 h 2802467"/>
                <a:gd name="csX5" fmla="*/ 36894 w 1255894"/>
                <a:gd name="csY5" fmla="*/ 824507 h 2802467"/>
                <a:gd name="csX6" fmla="*/ 574243 w 1255894"/>
                <a:gd name="csY6" fmla="*/ 344968 h 2802467"/>
                <a:gd name="csX7" fmla="*/ 724537 w 1255894"/>
                <a:gd name="csY7" fmla="*/ 0 h 2802467"/>
                <a:gd name="csX0" fmla="*/ 1250454 w 1255894"/>
                <a:gd name="csY0" fmla="*/ 2802467 h 2802467"/>
                <a:gd name="csX1" fmla="*/ 1106521 w 1255894"/>
                <a:gd name="csY1" fmla="*/ 2726267 h 2802467"/>
                <a:gd name="csX2" fmla="*/ 255621 w 1255894"/>
                <a:gd name="csY2" fmla="*/ 2357967 h 2802467"/>
                <a:gd name="csX3" fmla="*/ 436785 w 1255894"/>
                <a:gd name="csY3" fmla="*/ 1805968 h 2802467"/>
                <a:gd name="csX4" fmla="*/ 246247 w 1255894"/>
                <a:gd name="csY4" fmla="*/ 1511598 h 2802467"/>
                <a:gd name="csX5" fmla="*/ 45939 w 1255894"/>
                <a:gd name="csY5" fmla="*/ 1238854 h 2802467"/>
                <a:gd name="csX6" fmla="*/ 36894 w 1255894"/>
                <a:gd name="csY6" fmla="*/ 824507 h 2802467"/>
                <a:gd name="csX7" fmla="*/ 574243 w 1255894"/>
                <a:gd name="csY7" fmla="*/ 344968 h 2802467"/>
                <a:gd name="csX8" fmla="*/ 724537 w 1255894"/>
                <a:gd name="csY8" fmla="*/ 0 h 2802467"/>
                <a:gd name="csX0" fmla="*/ 1250454 w 1255894"/>
                <a:gd name="csY0" fmla="*/ 2802467 h 2802467"/>
                <a:gd name="csX1" fmla="*/ 1106521 w 1255894"/>
                <a:gd name="csY1" fmla="*/ 2726267 h 2802467"/>
                <a:gd name="csX2" fmla="*/ 255621 w 1255894"/>
                <a:gd name="csY2" fmla="*/ 2357967 h 2802467"/>
                <a:gd name="csX3" fmla="*/ 436785 w 1255894"/>
                <a:gd name="csY3" fmla="*/ 1805968 h 2802467"/>
                <a:gd name="csX4" fmla="*/ 236476 w 1255894"/>
                <a:gd name="csY4" fmla="*/ 1523614 h 2802467"/>
                <a:gd name="csX5" fmla="*/ 45939 w 1255894"/>
                <a:gd name="csY5" fmla="*/ 1238854 h 2802467"/>
                <a:gd name="csX6" fmla="*/ 36894 w 1255894"/>
                <a:gd name="csY6" fmla="*/ 824507 h 2802467"/>
                <a:gd name="csX7" fmla="*/ 574243 w 1255894"/>
                <a:gd name="csY7" fmla="*/ 344968 h 2802467"/>
                <a:gd name="csX8" fmla="*/ 724537 w 1255894"/>
                <a:gd name="csY8" fmla="*/ 0 h 2802467"/>
                <a:gd name="csX0" fmla="*/ 1241805 w 1247245"/>
                <a:gd name="csY0" fmla="*/ 2802467 h 2802467"/>
                <a:gd name="csX1" fmla="*/ 1097872 w 1247245"/>
                <a:gd name="csY1" fmla="*/ 2726267 h 2802467"/>
                <a:gd name="csX2" fmla="*/ 246972 w 1247245"/>
                <a:gd name="csY2" fmla="*/ 2357967 h 2802467"/>
                <a:gd name="csX3" fmla="*/ 428136 w 1247245"/>
                <a:gd name="csY3" fmla="*/ 1805968 h 2802467"/>
                <a:gd name="csX4" fmla="*/ 227827 w 1247245"/>
                <a:gd name="csY4" fmla="*/ 1523614 h 2802467"/>
                <a:gd name="csX5" fmla="*/ 70268 w 1247245"/>
                <a:gd name="csY5" fmla="*/ 1224437 h 2802467"/>
                <a:gd name="csX6" fmla="*/ 28245 w 1247245"/>
                <a:gd name="csY6" fmla="*/ 824507 h 2802467"/>
                <a:gd name="csX7" fmla="*/ 565594 w 1247245"/>
                <a:gd name="csY7" fmla="*/ 344968 h 2802467"/>
                <a:gd name="csX8" fmla="*/ 715888 w 1247245"/>
                <a:gd name="csY8" fmla="*/ 0 h 2802467"/>
                <a:gd name="csX0" fmla="*/ 1246225 w 1251665"/>
                <a:gd name="csY0" fmla="*/ 2802467 h 2802467"/>
                <a:gd name="csX1" fmla="*/ 1102292 w 1251665"/>
                <a:gd name="csY1" fmla="*/ 2726267 h 2802467"/>
                <a:gd name="csX2" fmla="*/ 251392 w 1251665"/>
                <a:gd name="csY2" fmla="*/ 2357967 h 2802467"/>
                <a:gd name="csX3" fmla="*/ 432556 w 1251665"/>
                <a:gd name="csY3" fmla="*/ 1805968 h 2802467"/>
                <a:gd name="csX4" fmla="*/ 232247 w 1251665"/>
                <a:gd name="csY4" fmla="*/ 1523614 h 2802467"/>
                <a:gd name="csX5" fmla="*/ 74688 w 1251665"/>
                <a:gd name="csY5" fmla="*/ 1224437 h 2802467"/>
                <a:gd name="csX6" fmla="*/ 32665 w 1251665"/>
                <a:gd name="csY6" fmla="*/ 824507 h 2802467"/>
                <a:gd name="csX7" fmla="*/ 570014 w 1251665"/>
                <a:gd name="csY7" fmla="*/ 344968 h 2802467"/>
                <a:gd name="csX8" fmla="*/ 720308 w 1251665"/>
                <a:gd name="csY8" fmla="*/ 0 h 2802467"/>
                <a:gd name="csX0" fmla="*/ 1246225 w 1251665"/>
                <a:gd name="csY0" fmla="*/ 2802467 h 2802467"/>
                <a:gd name="csX1" fmla="*/ 1102292 w 1251665"/>
                <a:gd name="csY1" fmla="*/ 2726267 h 2802467"/>
                <a:gd name="csX2" fmla="*/ 251392 w 1251665"/>
                <a:gd name="csY2" fmla="*/ 2357967 h 2802467"/>
                <a:gd name="csX3" fmla="*/ 432556 w 1251665"/>
                <a:gd name="csY3" fmla="*/ 1805968 h 2802467"/>
                <a:gd name="csX4" fmla="*/ 232247 w 1251665"/>
                <a:gd name="csY4" fmla="*/ 1523614 h 2802467"/>
                <a:gd name="csX5" fmla="*/ 74688 w 1251665"/>
                <a:gd name="csY5" fmla="*/ 1224437 h 2802467"/>
                <a:gd name="csX6" fmla="*/ 32665 w 1251665"/>
                <a:gd name="csY6" fmla="*/ 824507 h 2802467"/>
                <a:gd name="csX7" fmla="*/ 570014 w 1251665"/>
                <a:gd name="csY7" fmla="*/ 344968 h 2802467"/>
                <a:gd name="csX8" fmla="*/ 720308 w 1251665"/>
                <a:gd name="csY8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410214 w 1229323"/>
                <a:gd name="csY3" fmla="*/ 1805968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431385 w 1229323"/>
                <a:gd name="csY3" fmla="*/ 1857233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506297 w 1229323"/>
                <a:gd name="csY3" fmla="*/ 1929324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400444 w 1229323"/>
                <a:gd name="csY3" fmla="*/ 1868448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465585 w 1229323"/>
                <a:gd name="csY3" fmla="*/ 1857233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23883 w 1229323"/>
                <a:gd name="csY0" fmla="*/ 2802467 h 2802467"/>
                <a:gd name="csX1" fmla="*/ 1079950 w 1229323"/>
                <a:gd name="csY1" fmla="*/ 2726267 h 2802467"/>
                <a:gd name="csX2" fmla="*/ 229050 w 1229323"/>
                <a:gd name="csY2" fmla="*/ 2357967 h 2802467"/>
                <a:gd name="csX3" fmla="*/ 411843 w 1229323"/>
                <a:gd name="csY3" fmla="*/ 1847621 h 2802467"/>
                <a:gd name="csX4" fmla="*/ 209905 w 1229323"/>
                <a:gd name="csY4" fmla="*/ 1523614 h 2802467"/>
                <a:gd name="csX5" fmla="*/ 10323 w 1229323"/>
                <a:gd name="csY5" fmla="*/ 824507 h 2802467"/>
                <a:gd name="csX6" fmla="*/ 547672 w 1229323"/>
                <a:gd name="csY6" fmla="*/ 344968 h 2802467"/>
                <a:gd name="csX7" fmla="*/ 697966 w 1229323"/>
                <a:gd name="csY7" fmla="*/ 0 h 2802467"/>
                <a:gd name="csX0" fmla="*/ 1237381 w 1242821"/>
                <a:gd name="csY0" fmla="*/ 2802467 h 2802467"/>
                <a:gd name="csX1" fmla="*/ 1093448 w 1242821"/>
                <a:gd name="csY1" fmla="*/ 2726267 h 2802467"/>
                <a:gd name="csX2" fmla="*/ 242548 w 1242821"/>
                <a:gd name="csY2" fmla="*/ 2357967 h 2802467"/>
                <a:gd name="csX3" fmla="*/ 425341 w 1242821"/>
                <a:gd name="csY3" fmla="*/ 1847621 h 2802467"/>
                <a:gd name="csX4" fmla="*/ 127321 w 1242821"/>
                <a:gd name="csY4" fmla="*/ 1358606 h 2802467"/>
                <a:gd name="csX5" fmla="*/ 23821 w 1242821"/>
                <a:gd name="csY5" fmla="*/ 824507 h 2802467"/>
                <a:gd name="csX6" fmla="*/ 561170 w 1242821"/>
                <a:gd name="csY6" fmla="*/ 344968 h 2802467"/>
                <a:gd name="csX7" fmla="*/ 711464 w 1242821"/>
                <a:gd name="csY7" fmla="*/ 0 h 2802467"/>
                <a:gd name="csX0" fmla="*/ 1233269 w 1238709"/>
                <a:gd name="csY0" fmla="*/ 2802467 h 2802467"/>
                <a:gd name="csX1" fmla="*/ 1089336 w 1238709"/>
                <a:gd name="csY1" fmla="*/ 2726267 h 2802467"/>
                <a:gd name="csX2" fmla="*/ 238436 w 1238709"/>
                <a:gd name="csY2" fmla="*/ 2357967 h 2802467"/>
                <a:gd name="csX3" fmla="*/ 421229 w 1238709"/>
                <a:gd name="csY3" fmla="*/ 1847621 h 2802467"/>
                <a:gd name="csX4" fmla="*/ 145194 w 1238709"/>
                <a:gd name="csY4" fmla="*/ 1324964 h 2802467"/>
                <a:gd name="csX5" fmla="*/ 19709 w 1238709"/>
                <a:gd name="csY5" fmla="*/ 824507 h 2802467"/>
                <a:gd name="csX6" fmla="*/ 557058 w 1238709"/>
                <a:gd name="csY6" fmla="*/ 344968 h 2802467"/>
                <a:gd name="csX7" fmla="*/ 707352 w 1238709"/>
                <a:gd name="csY7" fmla="*/ 0 h 2802467"/>
                <a:gd name="csX0" fmla="*/ 1233269 w 1238709"/>
                <a:gd name="csY0" fmla="*/ 2802467 h 2802467"/>
                <a:gd name="csX1" fmla="*/ 1089336 w 1238709"/>
                <a:gd name="csY1" fmla="*/ 2726267 h 2802467"/>
                <a:gd name="csX2" fmla="*/ 238436 w 1238709"/>
                <a:gd name="csY2" fmla="*/ 2357967 h 2802467"/>
                <a:gd name="csX3" fmla="*/ 352832 w 1238709"/>
                <a:gd name="csY3" fmla="*/ 1847621 h 2802467"/>
                <a:gd name="csX4" fmla="*/ 145194 w 1238709"/>
                <a:gd name="csY4" fmla="*/ 1324964 h 2802467"/>
                <a:gd name="csX5" fmla="*/ 19709 w 1238709"/>
                <a:gd name="csY5" fmla="*/ 824507 h 2802467"/>
                <a:gd name="csX6" fmla="*/ 557058 w 1238709"/>
                <a:gd name="csY6" fmla="*/ 344968 h 2802467"/>
                <a:gd name="csX7" fmla="*/ 707352 w 1238709"/>
                <a:gd name="csY7" fmla="*/ 0 h 2802467"/>
                <a:gd name="csX0" fmla="*/ 1227029 w 1232469"/>
                <a:gd name="csY0" fmla="*/ 2802467 h 2802467"/>
                <a:gd name="csX1" fmla="*/ 1083096 w 1232469"/>
                <a:gd name="csY1" fmla="*/ 2726267 h 2802467"/>
                <a:gd name="csX2" fmla="*/ 232196 w 1232469"/>
                <a:gd name="csY2" fmla="*/ 2357967 h 2802467"/>
                <a:gd name="csX3" fmla="*/ 346592 w 1232469"/>
                <a:gd name="csY3" fmla="*/ 1847621 h 2802467"/>
                <a:gd name="csX4" fmla="*/ 182924 w 1232469"/>
                <a:gd name="csY4" fmla="*/ 1310546 h 2802467"/>
                <a:gd name="csX5" fmla="*/ 13469 w 1232469"/>
                <a:gd name="csY5" fmla="*/ 824507 h 2802467"/>
                <a:gd name="csX6" fmla="*/ 550818 w 1232469"/>
                <a:gd name="csY6" fmla="*/ 344968 h 2802467"/>
                <a:gd name="csX7" fmla="*/ 701112 w 1232469"/>
                <a:gd name="csY7" fmla="*/ 0 h 2802467"/>
                <a:gd name="csX0" fmla="*/ 1228860 w 1234300"/>
                <a:gd name="csY0" fmla="*/ 2802467 h 2802467"/>
                <a:gd name="csX1" fmla="*/ 1084927 w 1234300"/>
                <a:gd name="csY1" fmla="*/ 2726267 h 2802467"/>
                <a:gd name="csX2" fmla="*/ 234027 w 1234300"/>
                <a:gd name="csY2" fmla="*/ 2357967 h 2802467"/>
                <a:gd name="csX3" fmla="*/ 348423 w 1234300"/>
                <a:gd name="csY3" fmla="*/ 1847621 h 2802467"/>
                <a:gd name="csX4" fmla="*/ 170099 w 1234300"/>
                <a:gd name="csY4" fmla="*/ 1310546 h 2802467"/>
                <a:gd name="csX5" fmla="*/ 15300 w 1234300"/>
                <a:gd name="csY5" fmla="*/ 824507 h 2802467"/>
                <a:gd name="csX6" fmla="*/ 552649 w 1234300"/>
                <a:gd name="csY6" fmla="*/ 344968 h 2802467"/>
                <a:gd name="csX7" fmla="*/ 702943 w 1234300"/>
                <a:gd name="csY7" fmla="*/ 0 h 2802467"/>
                <a:gd name="csX0" fmla="*/ 1216014 w 1221454"/>
                <a:gd name="csY0" fmla="*/ 2802467 h 2802467"/>
                <a:gd name="csX1" fmla="*/ 1072081 w 1221454"/>
                <a:gd name="csY1" fmla="*/ 2726267 h 2802467"/>
                <a:gd name="csX2" fmla="*/ 221181 w 1221454"/>
                <a:gd name="csY2" fmla="*/ 2357967 h 2802467"/>
                <a:gd name="csX3" fmla="*/ 335577 w 1221454"/>
                <a:gd name="csY3" fmla="*/ 1847621 h 2802467"/>
                <a:gd name="csX4" fmla="*/ 2454 w 1221454"/>
                <a:gd name="csY4" fmla="*/ 824507 h 2802467"/>
                <a:gd name="csX5" fmla="*/ 539803 w 1221454"/>
                <a:gd name="csY5" fmla="*/ 344968 h 2802467"/>
                <a:gd name="csX6" fmla="*/ 690097 w 1221454"/>
                <a:gd name="csY6" fmla="*/ 0 h 2802467"/>
                <a:gd name="csX0" fmla="*/ 1215599 w 1221039"/>
                <a:gd name="csY0" fmla="*/ 2802467 h 2802467"/>
                <a:gd name="csX1" fmla="*/ 1071666 w 1221039"/>
                <a:gd name="csY1" fmla="*/ 2726267 h 2802467"/>
                <a:gd name="csX2" fmla="*/ 220766 w 1221039"/>
                <a:gd name="csY2" fmla="*/ 2357967 h 2802467"/>
                <a:gd name="csX3" fmla="*/ 335162 w 1221039"/>
                <a:gd name="csY3" fmla="*/ 1847621 h 2802467"/>
                <a:gd name="csX4" fmla="*/ 2039 w 1221039"/>
                <a:gd name="csY4" fmla="*/ 824507 h 2802467"/>
                <a:gd name="csX5" fmla="*/ 539388 w 1221039"/>
                <a:gd name="csY5" fmla="*/ 344968 h 2802467"/>
                <a:gd name="csX6" fmla="*/ 689682 w 1221039"/>
                <a:gd name="csY6" fmla="*/ 0 h 2802467"/>
                <a:gd name="csX0" fmla="*/ 1214896 w 1220336"/>
                <a:gd name="csY0" fmla="*/ 2802467 h 2802467"/>
                <a:gd name="csX1" fmla="*/ 1070963 w 1220336"/>
                <a:gd name="csY1" fmla="*/ 2726267 h 2802467"/>
                <a:gd name="csX2" fmla="*/ 220063 w 1220336"/>
                <a:gd name="csY2" fmla="*/ 2357967 h 2802467"/>
                <a:gd name="csX3" fmla="*/ 368657 w 1220336"/>
                <a:gd name="csY3" fmla="*/ 1871651 h 2802467"/>
                <a:gd name="csX4" fmla="*/ 1336 w 1220336"/>
                <a:gd name="csY4" fmla="*/ 824507 h 2802467"/>
                <a:gd name="csX5" fmla="*/ 538685 w 1220336"/>
                <a:gd name="csY5" fmla="*/ 344968 h 2802467"/>
                <a:gd name="csX6" fmla="*/ 688979 w 1220336"/>
                <a:gd name="csY6" fmla="*/ 0 h 2802467"/>
                <a:gd name="csX0" fmla="*/ 1214981 w 1220421"/>
                <a:gd name="csY0" fmla="*/ 2802467 h 2802467"/>
                <a:gd name="csX1" fmla="*/ 1071048 w 1220421"/>
                <a:gd name="csY1" fmla="*/ 2726267 h 2802467"/>
                <a:gd name="csX2" fmla="*/ 220148 w 1220421"/>
                <a:gd name="csY2" fmla="*/ 2357967 h 2802467"/>
                <a:gd name="csX3" fmla="*/ 368742 w 1220421"/>
                <a:gd name="csY3" fmla="*/ 1871651 h 2802467"/>
                <a:gd name="csX4" fmla="*/ 1421 w 1220421"/>
                <a:gd name="csY4" fmla="*/ 824507 h 2802467"/>
                <a:gd name="csX5" fmla="*/ 538770 w 1220421"/>
                <a:gd name="csY5" fmla="*/ 344968 h 2802467"/>
                <a:gd name="csX6" fmla="*/ 689064 w 1220421"/>
                <a:gd name="csY6" fmla="*/ 0 h 2802467"/>
                <a:gd name="csX0" fmla="*/ 1214981 w 1220421"/>
                <a:gd name="csY0" fmla="*/ 2802467 h 2802467"/>
                <a:gd name="csX1" fmla="*/ 1071048 w 1220421"/>
                <a:gd name="csY1" fmla="*/ 2726267 h 2802467"/>
                <a:gd name="csX2" fmla="*/ 220148 w 1220421"/>
                <a:gd name="csY2" fmla="*/ 2357967 h 2802467"/>
                <a:gd name="csX3" fmla="*/ 368742 w 1220421"/>
                <a:gd name="csY3" fmla="*/ 1871651 h 2802467"/>
                <a:gd name="csX4" fmla="*/ 1421 w 1220421"/>
                <a:gd name="csY4" fmla="*/ 824507 h 2802467"/>
                <a:gd name="csX5" fmla="*/ 538770 w 1220421"/>
                <a:gd name="csY5" fmla="*/ 344968 h 2802467"/>
                <a:gd name="csX6" fmla="*/ 689064 w 1220421"/>
                <a:gd name="csY6" fmla="*/ 0 h 2802467"/>
                <a:gd name="csX0" fmla="*/ 1214803 w 1220243"/>
                <a:gd name="csY0" fmla="*/ 2802467 h 2802467"/>
                <a:gd name="csX1" fmla="*/ 1070870 w 1220243"/>
                <a:gd name="csY1" fmla="*/ 2726267 h 2802467"/>
                <a:gd name="csX2" fmla="*/ 219970 w 1220243"/>
                <a:gd name="csY2" fmla="*/ 2357967 h 2802467"/>
                <a:gd name="csX3" fmla="*/ 378335 w 1220243"/>
                <a:gd name="csY3" fmla="*/ 1818783 h 2802467"/>
                <a:gd name="csX4" fmla="*/ 1243 w 1220243"/>
                <a:gd name="csY4" fmla="*/ 824507 h 2802467"/>
                <a:gd name="csX5" fmla="*/ 538592 w 1220243"/>
                <a:gd name="csY5" fmla="*/ 344968 h 2802467"/>
                <a:gd name="csX6" fmla="*/ 688886 w 1220243"/>
                <a:gd name="csY6" fmla="*/ 0 h 2802467"/>
                <a:gd name="csX0" fmla="*/ 1227876 w 1233316"/>
                <a:gd name="csY0" fmla="*/ 2802467 h 2802467"/>
                <a:gd name="csX1" fmla="*/ 1083943 w 1233316"/>
                <a:gd name="csY1" fmla="*/ 2726267 h 2802467"/>
                <a:gd name="csX2" fmla="*/ 233043 w 1233316"/>
                <a:gd name="csY2" fmla="*/ 2357967 h 2802467"/>
                <a:gd name="csX3" fmla="*/ 391408 w 1233316"/>
                <a:gd name="csY3" fmla="*/ 1818783 h 2802467"/>
                <a:gd name="csX4" fmla="*/ 174814 w 1233316"/>
                <a:gd name="csY4" fmla="*/ 1276101 h 2802467"/>
                <a:gd name="csX5" fmla="*/ 14316 w 1233316"/>
                <a:gd name="csY5" fmla="*/ 824507 h 2802467"/>
                <a:gd name="csX6" fmla="*/ 551665 w 1233316"/>
                <a:gd name="csY6" fmla="*/ 344968 h 2802467"/>
                <a:gd name="csX7" fmla="*/ 701959 w 1233316"/>
                <a:gd name="csY7" fmla="*/ 0 h 2802467"/>
                <a:gd name="csX0" fmla="*/ 1232769 w 1238209"/>
                <a:gd name="csY0" fmla="*/ 2802467 h 2802467"/>
                <a:gd name="csX1" fmla="*/ 1088836 w 1238209"/>
                <a:gd name="csY1" fmla="*/ 2726267 h 2802467"/>
                <a:gd name="csX2" fmla="*/ 237936 w 1238209"/>
                <a:gd name="csY2" fmla="*/ 2357967 h 2802467"/>
                <a:gd name="csX3" fmla="*/ 396301 w 1238209"/>
                <a:gd name="csY3" fmla="*/ 1818783 h 2802467"/>
                <a:gd name="csX4" fmla="*/ 145509 w 1238209"/>
                <a:gd name="csY4" fmla="*/ 1283310 h 2802467"/>
                <a:gd name="csX5" fmla="*/ 19209 w 1238209"/>
                <a:gd name="csY5" fmla="*/ 824507 h 2802467"/>
                <a:gd name="csX6" fmla="*/ 556558 w 1238209"/>
                <a:gd name="csY6" fmla="*/ 344968 h 2802467"/>
                <a:gd name="csX7" fmla="*/ 706852 w 1238209"/>
                <a:gd name="csY7" fmla="*/ 0 h 2802467"/>
                <a:gd name="csX0" fmla="*/ 1232769 w 1238209"/>
                <a:gd name="csY0" fmla="*/ 2802467 h 2802467"/>
                <a:gd name="csX1" fmla="*/ 1088836 w 1238209"/>
                <a:gd name="csY1" fmla="*/ 2726267 h 2802467"/>
                <a:gd name="csX2" fmla="*/ 237936 w 1238209"/>
                <a:gd name="csY2" fmla="*/ 2357967 h 2802467"/>
                <a:gd name="csX3" fmla="*/ 396301 w 1238209"/>
                <a:gd name="csY3" fmla="*/ 1818783 h 2802467"/>
                <a:gd name="csX4" fmla="*/ 145509 w 1238209"/>
                <a:gd name="csY4" fmla="*/ 1283310 h 2802467"/>
                <a:gd name="csX5" fmla="*/ 19209 w 1238209"/>
                <a:gd name="csY5" fmla="*/ 824507 h 2802467"/>
                <a:gd name="csX6" fmla="*/ 556558 w 1238209"/>
                <a:gd name="csY6" fmla="*/ 344968 h 2802467"/>
                <a:gd name="csX7" fmla="*/ 706852 w 1238209"/>
                <a:gd name="csY7" fmla="*/ 0 h 2802467"/>
                <a:gd name="csX0" fmla="*/ 1235028 w 1240468"/>
                <a:gd name="csY0" fmla="*/ 2802467 h 2802467"/>
                <a:gd name="csX1" fmla="*/ 1091095 w 1240468"/>
                <a:gd name="csY1" fmla="*/ 2726267 h 2802467"/>
                <a:gd name="csX2" fmla="*/ 240195 w 1240468"/>
                <a:gd name="csY2" fmla="*/ 2357967 h 2802467"/>
                <a:gd name="csX3" fmla="*/ 398560 w 1240468"/>
                <a:gd name="csY3" fmla="*/ 1818783 h 2802467"/>
                <a:gd name="csX4" fmla="*/ 147768 w 1240468"/>
                <a:gd name="csY4" fmla="*/ 1283310 h 2802467"/>
                <a:gd name="csX5" fmla="*/ 21468 w 1240468"/>
                <a:gd name="csY5" fmla="*/ 824507 h 2802467"/>
                <a:gd name="csX6" fmla="*/ 558817 w 1240468"/>
                <a:gd name="csY6" fmla="*/ 344968 h 2802467"/>
                <a:gd name="csX7" fmla="*/ 709111 w 1240468"/>
                <a:gd name="csY7" fmla="*/ 0 h 2802467"/>
                <a:gd name="csX0" fmla="*/ 1235028 w 1240468"/>
                <a:gd name="csY0" fmla="*/ 2802467 h 2802467"/>
                <a:gd name="csX1" fmla="*/ 1091095 w 1240468"/>
                <a:gd name="csY1" fmla="*/ 2726267 h 2802467"/>
                <a:gd name="csX2" fmla="*/ 240195 w 1240468"/>
                <a:gd name="csY2" fmla="*/ 2357967 h 2802467"/>
                <a:gd name="csX3" fmla="*/ 371690 w 1240468"/>
                <a:gd name="csY3" fmla="*/ 1787543 h 2802467"/>
                <a:gd name="csX4" fmla="*/ 147768 w 1240468"/>
                <a:gd name="csY4" fmla="*/ 1283310 h 2802467"/>
                <a:gd name="csX5" fmla="*/ 21468 w 1240468"/>
                <a:gd name="csY5" fmla="*/ 824507 h 2802467"/>
                <a:gd name="csX6" fmla="*/ 558817 w 1240468"/>
                <a:gd name="csY6" fmla="*/ 344968 h 2802467"/>
                <a:gd name="csX7" fmla="*/ 709111 w 1240468"/>
                <a:gd name="csY7" fmla="*/ 0 h 2802467"/>
                <a:gd name="csX0" fmla="*/ 1235028 w 1240468"/>
                <a:gd name="csY0" fmla="*/ 2802467 h 2802467"/>
                <a:gd name="csX1" fmla="*/ 1091095 w 1240468"/>
                <a:gd name="csY1" fmla="*/ 2726267 h 2802467"/>
                <a:gd name="csX2" fmla="*/ 240195 w 1240468"/>
                <a:gd name="csY2" fmla="*/ 2357967 h 2802467"/>
                <a:gd name="csX3" fmla="*/ 371690 w 1240468"/>
                <a:gd name="csY3" fmla="*/ 1787543 h 2802467"/>
                <a:gd name="csX4" fmla="*/ 147768 w 1240468"/>
                <a:gd name="csY4" fmla="*/ 1283310 h 2802467"/>
                <a:gd name="csX5" fmla="*/ 21468 w 1240468"/>
                <a:gd name="csY5" fmla="*/ 824507 h 2802467"/>
                <a:gd name="csX6" fmla="*/ 558817 w 1240468"/>
                <a:gd name="csY6" fmla="*/ 344968 h 2802467"/>
                <a:gd name="csX7" fmla="*/ 709111 w 1240468"/>
                <a:gd name="csY7" fmla="*/ 0 h 2802467"/>
                <a:gd name="csX0" fmla="*/ 1235028 w 1240468"/>
                <a:gd name="csY0" fmla="*/ 2802467 h 2802467"/>
                <a:gd name="csX1" fmla="*/ 1091095 w 1240468"/>
                <a:gd name="csY1" fmla="*/ 2726267 h 2802467"/>
                <a:gd name="csX2" fmla="*/ 240195 w 1240468"/>
                <a:gd name="csY2" fmla="*/ 2357967 h 2802467"/>
                <a:gd name="csX3" fmla="*/ 371690 w 1240468"/>
                <a:gd name="csY3" fmla="*/ 1787543 h 2802467"/>
                <a:gd name="csX4" fmla="*/ 147768 w 1240468"/>
                <a:gd name="csY4" fmla="*/ 1283310 h 2802467"/>
                <a:gd name="csX5" fmla="*/ 21468 w 1240468"/>
                <a:gd name="csY5" fmla="*/ 824507 h 2802467"/>
                <a:gd name="csX6" fmla="*/ 558817 w 1240468"/>
                <a:gd name="csY6" fmla="*/ 344968 h 2802467"/>
                <a:gd name="csX7" fmla="*/ 709111 w 1240468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0214 w 1245654"/>
                <a:gd name="csY0" fmla="*/ 2802467 h 2802467"/>
                <a:gd name="csX1" fmla="*/ 1096281 w 1245654"/>
                <a:gd name="csY1" fmla="*/ 2726267 h 2802467"/>
                <a:gd name="csX2" fmla="*/ 245381 w 1245654"/>
                <a:gd name="csY2" fmla="*/ 2357967 h 2802467"/>
                <a:gd name="csX3" fmla="*/ 376876 w 1245654"/>
                <a:gd name="csY3" fmla="*/ 1787543 h 2802467"/>
                <a:gd name="csX4" fmla="*/ 128527 w 1245654"/>
                <a:gd name="csY4" fmla="*/ 1292922 h 2802467"/>
                <a:gd name="csX5" fmla="*/ 26654 w 1245654"/>
                <a:gd name="csY5" fmla="*/ 824507 h 2802467"/>
                <a:gd name="csX6" fmla="*/ 564003 w 1245654"/>
                <a:gd name="csY6" fmla="*/ 344968 h 2802467"/>
                <a:gd name="csX7" fmla="*/ 714297 w 1245654"/>
                <a:gd name="csY7" fmla="*/ 0 h 2802467"/>
                <a:gd name="csX0" fmla="*/ 1244182 w 1249622"/>
                <a:gd name="csY0" fmla="*/ 2802467 h 2802467"/>
                <a:gd name="csX1" fmla="*/ 1100249 w 1249622"/>
                <a:gd name="csY1" fmla="*/ 2726267 h 2802467"/>
                <a:gd name="csX2" fmla="*/ 249349 w 1249622"/>
                <a:gd name="csY2" fmla="*/ 2357967 h 2802467"/>
                <a:gd name="csX3" fmla="*/ 380844 w 1249622"/>
                <a:gd name="csY3" fmla="*/ 1787543 h 2802467"/>
                <a:gd name="csX4" fmla="*/ 116861 w 1249622"/>
                <a:gd name="csY4" fmla="*/ 1333934 h 2802467"/>
                <a:gd name="csX5" fmla="*/ 30622 w 1249622"/>
                <a:gd name="csY5" fmla="*/ 824507 h 2802467"/>
                <a:gd name="csX6" fmla="*/ 567971 w 1249622"/>
                <a:gd name="csY6" fmla="*/ 344968 h 2802467"/>
                <a:gd name="csX7" fmla="*/ 718265 w 1249622"/>
                <a:gd name="csY7" fmla="*/ 0 h 2802467"/>
                <a:gd name="csX0" fmla="*/ 1244182 w 1249622"/>
                <a:gd name="csY0" fmla="*/ 2802467 h 2802467"/>
                <a:gd name="csX1" fmla="*/ 1100249 w 1249622"/>
                <a:gd name="csY1" fmla="*/ 2726267 h 2802467"/>
                <a:gd name="csX2" fmla="*/ 249349 w 1249622"/>
                <a:gd name="csY2" fmla="*/ 2357967 h 2802467"/>
                <a:gd name="csX3" fmla="*/ 380844 w 1249622"/>
                <a:gd name="csY3" fmla="*/ 1787543 h 2802467"/>
                <a:gd name="csX4" fmla="*/ 116861 w 1249622"/>
                <a:gd name="csY4" fmla="*/ 1333934 h 2802467"/>
                <a:gd name="csX5" fmla="*/ 30622 w 1249622"/>
                <a:gd name="csY5" fmla="*/ 824507 h 2802467"/>
                <a:gd name="csX6" fmla="*/ 567971 w 1249622"/>
                <a:gd name="csY6" fmla="*/ 344968 h 2802467"/>
                <a:gd name="csX7" fmla="*/ 718265 w 1249622"/>
                <a:gd name="csY7" fmla="*/ 0 h 2802467"/>
                <a:gd name="csX0" fmla="*/ 1244182 w 1249622"/>
                <a:gd name="csY0" fmla="*/ 2802467 h 2802467"/>
                <a:gd name="csX1" fmla="*/ 1100249 w 1249622"/>
                <a:gd name="csY1" fmla="*/ 2726267 h 2802467"/>
                <a:gd name="csX2" fmla="*/ 249349 w 1249622"/>
                <a:gd name="csY2" fmla="*/ 2357967 h 2802467"/>
                <a:gd name="csX3" fmla="*/ 380844 w 1249622"/>
                <a:gd name="csY3" fmla="*/ 1787543 h 2802467"/>
                <a:gd name="csX4" fmla="*/ 116861 w 1249622"/>
                <a:gd name="csY4" fmla="*/ 1333934 h 2802467"/>
                <a:gd name="csX5" fmla="*/ 30622 w 1249622"/>
                <a:gd name="csY5" fmla="*/ 824507 h 2802467"/>
                <a:gd name="csX6" fmla="*/ 567971 w 1249622"/>
                <a:gd name="csY6" fmla="*/ 344968 h 2802467"/>
                <a:gd name="csX7" fmla="*/ 718265 w 1249622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373971 w 1242749"/>
                <a:gd name="csY3" fmla="*/ 1787543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373971 w 1242749"/>
                <a:gd name="csY3" fmla="*/ 1787543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373971 w 1242749"/>
                <a:gd name="csY3" fmla="*/ 1787543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400027 w 1242749"/>
                <a:gd name="csY3" fmla="*/ 1772164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415661 w 1242749"/>
                <a:gd name="csY3" fmla="*/ 1772164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7309 w 1242749"/>
                <a:gd name="csY0" fmla="*/ 2802467 h 2802467"/>
                <a:gd name="csX1" fmla="*/ 1093376 w 1242749"/>
                <a:gd name="csY1" fmla="*/ 2726267 h 2802467"/>
                <a:gd name="csX2" fmla="*/ 242476 w 1242749"/>
                <a:gd name="csY2" fmla="*/ 2357967 h 2802467"/>
                <a:gd name="csX3" fmla="*/ 439112 w 1242749"/>
                <a:gd name="csY3" fmla="*/ 1767037 h 2802467"/>
                <a:gd name="csX4" fmla="*/ 138650 w 1242749"/>
                <a:gd name="csY4" fmla="*/ 1392888 h 2802467"/>
                <a:gd name="csX5" fmla="*/ 23749 w 1242749"/>
                <a:gd name="csY5" fmla="*/ 824507 h 2802467"/>
                <a:gd name="csX6" fmla="*/ 561098 w 1242749"/>
                <a:gd name="csY6" fmla="*/ 344968 h 2802467"/>
                <a:gd name="csX7" fmla="*/ 711392 w 1242749"/>
                <a:gd name="csY7" fmla="*/ 0 h 2802467"/>
                <a:gd name="csX0" fmla="*/ 1234863 w 1240303"/>
                <a:gd name="csY0" fmla="*/ 2802467 h 2802467"/>
                <a:gd name="csX1" fmla="*/ 1090930 w 1240303"/>
                <a:gd name="csY1" fmla="*/ 2726267 h 2802467"/>
                <a:gd name="csX2" fmla="*/ 240030 w 1240303"/>
                <a:gd name="csY2" fmla="*/ 2357967 h 2802467"/>
                <a:gd name="csX3" fmla="*/ 436666 w 1240303"/>
                <a:gd name="csY3" fmla="*/ 1767037 h 2802467"/>
                <a:gd name="csX4" fmla="*/ 136204 w 1240303"/>
                <a:gd name="csY4" fmla="*/ 1392888 h 2802467"/>
                <a:gd name="csX5" fmla="*/ 21303 w 1240303"/>
                <a:gd name="csY5" fmla="*/ 824507 h 2802467"/>
                <a:gd name="csX6" fmla="*/ 558652 w 1240303"/>
                <a:gd name="csY6" fmla="*/ 344968 h 2802467"/>
                <a:gd name="csX7" fmla="*/ 708946 w 1240303"/>
                <a:gd name="csY7" fmla="*/ 0 h 2802467"/>
                <a:gd name="csX0" fmla="*/ 1234863 w 1240303"/>
                <a:gd name="csY0" fmla="*/ 2802467 h 2802467"/>
                <a:gd name="csX1" fmla="*/ 1090930 w 1240303"/>
                <a:gd name="csY1" fmla="*/ 2726267 h 2802467"/>
                <a:gd name="csX2" fmla="*/ 240030 w 1240303"/>
                <a:gd name="csY2" fmla="*/ 2357967 h 2802467"/>
                <a:gd name="csX3" fmla="*/ 436666 w 1240303"/>
                <a:gd name="csY3" fmla="*/ 1767037 h 2802467"/>
                <a:gd name="csX4" fmla="*/ 136204 w 1240303"/>
                <a:gd name="csY4" fmla="*/ 1392888 h 2802467"/>
                <a:gd name="csX5" fmla="*/ 21303 w 1240303"/>
                <a:gd name="csY5" fmla="*/ 824507 h 2802467"/>
                <a:gd name="csX6" fmla="*/ 558652 w 1240303"/>
                <a:gd name="csY6" fmla="*/ 344968 h 2802467"/>
                <a:gd name="csX7" fmla="*/ 708946 w 1240303"/>
                <a:gd name="csY7" fmla="*/ 0 h 2802467"/>
                <a:gd name="csX0" fmla="*/ 1329201 w 1334641"/>
                <a:gd name="csY0" fmla="*/ 2802467 h 2802467"/>
                <a:gd name="csX1" fmla="*/ 1185268 w 1334641"/>
                <a:gd name="csY1" fmla="*/ 2726267 h 2802467"/>
                <a:gd name="csX2" fmla="*/ 334368 w 1334641"/>
                <a:gd name="csY2" fmla="*/ 2357967 h 2802467"/>
                <a:gd name="csX3" fmla="*/ 531004 w 1334641"/>
                <a:gd name="csY3" fmla="*/ 1767037 h 2802467"/>
                <a:gd name="csX4" fmla="*/ 29257 w 1334641"/>
                <a:gd name="csY4" fmla="*/ 1331371 h 2802467"/>
                <a:gd name="csX5" fmla="*/ 115641 w 1334641"/>
                <a:gd name="csY5" fmla="*/ 824507 h 2802467"/>
                <a:gd name="csX6" fmla="*/ 652990 w 1334641"/>
                <a:gd name="csY6" fmla="*/ 344968 h 2802467"/>
                <a:gd name="csX7" fmla="*/ 803284 w 1334641"/>
                <a:gd name="csY7" fmla="*/ 0 h 2802467"/>
                <a:gd name="csX0" fmla="*/ 1260103 w 1265543"/>
                <a:gd name="csY0" fmla="*/ 2802467 h 2802467"/>
                <a:gd name="csX1" fmla="*/ 1116170 w 1265543"/>
                <a:gd name="csY1" fmla="*/ 2726267 h 2802467"/>
                <a:gd name="csX2" fmla="*/ 265270 w 1265543"/>
                <a:gd name="csY2" fmla="*/ 2357967 h 2802467"/>
                <a:gd name="csX3" fmla="*/ 461906 w 1265543"/>
                <a:gd name="csY3" fmla="*/ 1767037 h 2802467"/>
                <a:gd name="csX4" fmla="*/ 71549 w 1265543"/>
                <a:gd name="csY4" fmla="*/ 1346750 h 2802467"/>
                <a:gd name="csX5" fmla="*/ 46543 w 1265543"/>
                <a:gd name="csY5" fmla="*/ 824507 h 2802467"/>
                <a:gd name="csX6" fmla="*/ 583892 w 1265543"/>
                <a:gd name="csY6" fmla="*/ 344968 h 2802467"/>
                <a:gd name="csX7" fmla="*/ 734186 w 1265543"/>
                <a:gd name="csY7" fmla="*/ 0 h 2802467"/>
                <a:gd name="csX0" fmla="*/ 1260103 w 1265543"/>
                <a:gd name="csY0" fmla="*/ 2802467 h 2802467"/>
                <a:gd name="csX1" fmla="*/ 1116170 w 1265543"/>
                <a:gd name="csY1" fmla="*/ 2726267 h 2802467"/>
                <a:gd name="csX2" fmla="*/ 265270 w 1265543"/>
                <a:gd name="csY2" fmla="*/ 2357967 h 2802467"/>
                <a:gd name="csX3" fmla="*/ 461906 w 1265543"/>
                <a:gd name="csY3" fmla="*/ 1767037 h 2802467"/>
                <a:gd name="csX4" fmla="*/ 71549 w 1265543"/>
                <a:gd name="csY4" fmla="*/ 1346750 h 2802467"/>
                <a:gd name="csX5" fmla="*/ 46543 w 1265543"/>
                <a:gd name="csY5" fmla="*/ 824507 h 2802467"/>
                <a:gd name="csX6" fmla="*/ 583892 w 1265543"/>
                <a:gd name="csY6" fmla="*/ 344968 h 2802467"/>
                <a:gd name="csX7" fmla="*/ 734186 w 1265543"/>
                <a:gd name="csY7" fmla="*/ 0 h 2802467"/>
                <a:gd name="csX0" fmla="*/ 1260103 w 1265543"/>
                <a:gd name="csY0" fmla="*/ 2802467 h 2802467"/>
                <a:gd name="csX1" fmla="*/ 1116170 w 1265543"/>
                <a:gd name="csY1" fmla="*/ 2726267 h 2802467"/>
                <a:gd name="csX2" fmla="*/ 265270 w 1265543"/>
                <a:gd name="csY2" fmla="*/ 2357967 h 2802467"/>
                <a:gd name="csX3" fmla="*/ 375920 w 1265543"/>
                <a:gd name="csY3" fmla="*/ 1755503 h 2802467"/>
                <a:gd name="csX4" fmla="*/ 71549 w 1265543"/>
                <a:gd name="csY4" fmla="*/ 1346750 h 2802467"/>
                <a:gd name="csX5" fmla="*/ 46543 w 1265543"/>
                <a:gd name="csY5" fmla="*/ 824507 h 2802467"/>
                <a:gd name="csX6" fmla="*/ 583892 w 1265543"/>
                <a:gd name="csY6" fmla="*/ 344968 h 2802467"/>
                <a:gd name="csX7" fmla="*/ 734186 w 1265543"/>
                <a:gd name="csY7" fmla="*/ 0 h 2802467"/>
                <a:gd name="csX0" fmla="*/ 1260103 w 1265543"/>
                <a:gd name="csY0" fmla="*/ 2802467 h 2802467"/>
                <a:gd name="csX1" fmla="*/ 1116170 w 1265543"/>
                <a:gd name="csY1" fmla="*/ 2726267 h 2802467"/>
                <a:gd name="csX2" fmla="*/ 265270 w 1265543"/>
                <a:gd name="csY2" fmla="*/ 2357967 h 2802467"/>
                <a:gd name="csX3" fmla="*/ 375920 w 1265543"/>
                <a:gd name="csY3" fmla="*/ 1755503 h 2802467"/>
                <a:gd name="csX4" fmla="*/ 71549 w 1265543"/>
                <a:gd name="csY4" fmla="*/ 1346750 h 2802467"/>
                <a:gd name="csX5" fmla="*/ 46543 w 1265543"/>
                <a:gd name="csY5" fmla="*/ 824507 h 2802467"/>
                <a:gd name="csX6" fmla="*/ 583892 w 1265543"/>
                <a:gd name="csY6" fmla="*/ 344968 h 2802467"/>
                <a:gd name="csX7" fmla="*/ 734186 w 1265543"/>
                <a:gd name="csY7" fmla="*/ 0 h 2802467"/>
                <a:gd name="csX0" fmla="*/ 1254121 w 1259561"/>
                <a:gd name="csY0" fmla="*/ 2802467 h 2802467"/>
                <a:gd name="csX1" fmla="*/ 1110188 w 1259561"/>
                <a:gd name="csY1" fmla="*/ 2726267 h 2802467"/>
                <a:gd name="csX2" fmla="*/ 259288 w 1259561"/>
                <a:gd name="csY2" fmla="*/ 2357967 h 2802467"/>
                <a:gd name="csX3" fmla="*/ 369938 w 1259561"/>
                <a:gd name="csY3" fmla="*/ 1755503 h 2802467"/>
                <a:gd name="csX4" fmla="*/ 81201 w 1259561"/>
                <a:gd name="csY4" fmla="*/ 1319836 h 2802467"/>
                <a:gd name="csX5" fmla="*/ 40561 w 1259561"/>
                <a:gd name="csY5" fmla="*/ 824507 h 2802467"/>
                <a:gd name="csX6" fmla="*/ 577910 w 1259561"/>
                <a:gd name="csY6" fmla="*/ 344968 h 2802467"/>
                <a:gd name="csX7" fmla="*/ 728204 w 1259561"/>
                <a:gd name="csY7" fmla="*/ 0 h 2802467"/>
                <a:gd name="csX0" fmla="*/ 1254121 w 1259561"/>
                <a:gd name="csY0" fmla="*/ 2802467 h 2802467"/>
                <a:gd name="csX1" fmla="*/ 1110188 w 1259561"/>
                <a:gd name="csY1" fmla="*/ 2726267 h 2802467"/>
                <a:gd name="csX2" fmla="*/ 259288 w 1259561"/>
                <a:gd name="csY2" fmla="*/ 2357967 h 2802467"/>
                <a:gd name="csX3" fmla="*/ 398600 w 1259561"/>
                <a:gd name="csY3" fmla="*/ 1770882 h 2802467"/>
                <a:gd name="csX4" fmla="*/ 81201 w 1259561"/>
                <a:gd name="csY4" fmla="*/ 1319836 h 2802467"/>
                <a:gd name="csX5" fmla="*/ 40561 w 1259561"/>
                <a:gd name="csY5" fmla="*/ 824507 h 2802467"/>
                <a:gd name="csX6" fmla="*/ 577910 w 1259561"/>
                <a:gd name="csY6" fmla="*/ 344968 h 2802467"/>
                <a:gd name="csX7" fmla="*/ 728204 w 1259561"/>
                <a:gd name="csY7" fmla="*/ 0 h 2802467"/>
                <a:gd name="csX0" fmla="*/ 1254121 w 1259561"/>
                <a:gd name="csY0" fmla="*/ 2802467 h 2802467"/>
                <a:gd name="csX1" fmla="*/ 1110188 w 1259561"/>
                <a:gd name="csY1" fmla="*/ 2726267 h 2802467"/>
                <a:gd name="csX2" fmla="*/ 259288 w 1259561"/>
                <a:gd name="csY2" fmla="*/ 2357967 h 2802467"/>
                <a:gd name="csX3" fmla="*/ 398600 w 1259561"/>
                <a:gd name="csY3" fmla="*/ 1770882 h 2802467"/>
                <a:gd name="csX4" fmla="*/ 81201 w 1259561"/>
                <a:gd name="csY4" fmla="*/ 1319836 h 2802467"/>
                <a:gd name="csX5" fmla="*/ 40561 w 1259561"/>
                <a:gd name="csY5" fmla="*/ 824507 h 2802467"/>
                <a:gd name="csX6" fmla="*/ 577910 w 1259561"/>
                <a:gd name="csY6" fmla="*/ 344968 h 2802467"/>
                <a:gd name="csX7" fmla="*/ 728204 w 1259561"/>
                <a:gd name="csY7" fmla="*/ 0 h 2802467"/>
                <a:gd name="csX0" fmla="*/ 1254121 w 1259561"/>
                <a:gd name="csY0" fmla="*/ 2802467 h 2802467"/>
                <a:gd name="csX1" fmla="*/ 1110188 w 1259561"/>
                <a:gd name="csY1" fmla="*/ 2726267 h 2802467"/>
                <a:gd name="csX2" fmla="*/ 259288 w 1259561"/>
                <a:gd name="csY2" fmla="*/ 2357967 h 2802467"/>
                <a:gd name="csX3" fmla="*/ 398600 w 1259561"/>
                <a:gd name="csY3" fmla="*/ 1770882 h 2802467"/>
                <a:gd name="csX4" fmla="*/ 81201 w 1259561"/>
                <a:gd name="csY4" fmla="*/ 1319836 h 2802467"/>
                <a:gd name="csX5" fmla="*/ 40561 w 1259561"/>
                <a:gd name="csY5" fmla="*/ 824507 h 2802467"/>
                <a:gd name="csX6" fmla="*/ 577910 w 1259561"/>
                <a:gd name="csY6" fmla="*/ 344968 h 2802467"/>
                <a:gd name="csX7" fmla="*/ 728204 w 1259561"/>
                <a:gd name="csY7" fmla="*/ 0 h 2802467"/>
                <a:gd name="csX0" fmla="*/ 1251432 w 1256872"/>
                <a:gd name="csY0" fmla="*/ 2802467 h 2802467"/>
                <a:gd name="csX1" fmla="*/ 1107499 w 1256872"/>
                <a:gd name="csY1" fmla="*/ 2726267 h 2802467"/>
                <a:gd name="csX2" fmla="*/ 256599 w 1256872"/>
                <a:gd name="csY2" fmla="*/ 2357967 h 2802467"/>
                <a:gd name="csX3" fmla="*/ 395911 w 1256872"/>
                <a:gd name="csY3" fmla="*/ 1770882 h 2802467"/>
                <a:gd name="csX4" fmla="*/ 86329 w 1256872"/>
                <a:gd name="csY4" fmla="*/ 1355722 h 2802467"/>
                <a:gd name="csX5" fmla="*/ 37872 w 1256872"/>
                <a:gd name="csY5" fmla="*/ 824507 h 2802467"/>
                <a:gd name="csX6" fmla="*/ 575221 w 1256872"/>
                <a:gd name="csY6" fmla="*/ 344968 h 2802467"/>
                <a:gd name="csX7" fmla="*/ 725515 w 1256872"/>
                <a:gd name="csY7" fmla="*/ 0 h 2802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56872" h="2802467">
                  <a:moveTo>
                    <a:pt x="1251432" y="2802467"/>
                  </a:moveTo>
                  <a:cubicBezTo>
                    <a:pt x="1262368" y="2801408"/>
                    <a:pt x="1273304" y="2800350"/>
                    <a:pt x="1107499" y="2726267"/>
                  </a:cubicBezTo>
                  <a:cubicBezTo>
                    <a:pt x="941694" y="2652184"/>
                    <a:pt x="375197" y="2517198"/>
                    <a:pt x="256599" y="2357967"/>
                  </a:cubicBezTo>
                  <a:cubicBezTo>
                    <a:pt x="138001" y="2198736"/>
                    <a:pt x="328098" y="1908259"/>
                    <a:pt x="395911" y="1770882"/>
                  </a:cubicBezTo>
                  <a:cubicBezTo>
                    <a:pt x="414054" y="1559813"/>
                    <a:pt x="196895" y="1647834"/>
                    <a:pt x="86329" y="1355722"/>
                  </a:cubicBezTo>
                  <a:cubicBezTo>
                    <a:pt x="22340" y="1179596"/>
                    <a:pt x="-43610" y="992966"/>
                    <a:pt x="37872" y="824507"/>
                  </a:cubicBezTo>
                  <a:cubicBezTo>
                    <a:pt x="119354" y="656048"/>
                    <a:pt x="460614" y="482386"/>
                    <a:pt x="575221" y="344968"/>
                  </a:cubicBezTo>
                  <a:cubicBezTo>
                    <a:pt x="689828" y="207550"/>
                    <a:pt x="747166" y="118525"/>
                    <a:pt x="725515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75000"/>
                </a:schemeClr>
              </a:solidFill>
              <a:headEnd w="lg" len="lg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 dirty="0"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pic>
          <p:nvPicPr>
            <p:cNvPr id="43" name="图片 42" descr="图示, 工程绘图&#10;&#10;AI 生成的内容可能不正确。">
              <a:extLst>
                <a:ext uri="{FF2B5EF4-FFF2-40B4-BE49-F238E27FC236}">
                  <a16:creationId xmlns:a16="http://schemas.microsoft.com/office/drawing/2014/main" id="{A38486DA-6E4B-D2F0-5DC9-025080ED2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056" y="1034676"/>
              <a:ext cx="8097294" cy="4860242"/>
            </a:xfrm>
            <a:prstGeom prst="rect">
              <a:avLst/>
            </a:prstGeom>
          </p:spPr>
        </p:pic>
        <p:sp>
          <p:nvSpPr>
            <p:cNvPr id="11" name="箭头: 左 10">
              <a:extLst>
                <a:ext uri="{FF2B5EF4-FFF2-40B4-BE49-F238E27FC236}">
                  <a16:creationId xmlns:a16="http://schemas.microsoft.com/office/drawing/2014/main" id="{8387362D-808B-B5BD-0E44-389E7C47D150}"/>
                </a:ext>
              </a:extLst>
            </p:cNvPr>
            <p:cNvSpPr/>
            <p:nvPr/>
          </p:nvSpPr>
          <p:spPr>
            <a:xfrm rot="8922232" flipH="1">
              <a:off x="6607140" y="3117174"/>
              <a:ext cx="190432" cy="127182"/>
            </a:xfrm>
            <a:prstGeom prst="leftArrow">
              <a:avLst/>
            </a:prstGeom>
            <a:solidFill>
              <a:srgbClr val="719BC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27FF1A18-8447-CC7E-3323-18A6651858AA}"/>
                </a:ext>
              </a:extLst>
            </p:cNvPr>
            <p:cNvGrpSpPr/>
            <p:nvPr/>
          </p:nvGrpSpPr>
          <p:grpSpPr>
            <a:xfrm>
              <a:off x="6657335" y="5202460"/>
              <a:ext cx="1400817" cy="640556"/>
              <a:chOff x="8693668" y="1506190"/>
              <a:chExt cx="1400817" cy="640556"/>
            </a:xfrm>
          </p:grpSpPr>
          <p:pic>
            <p:nvPicPr>
              <p:cNvPr id="39" name="图片 38" descr="图标&#10;&#10;AI 生成的内容可能不正确。">
                <a:extLst>
                  <a:ext uri="{FF2B5EF4-FFF2-40B4-BE49-F238E27FC236}">
                    <a16:creationId xmlns:a16="http://schemas.microsoft.com/office/drawing/2014/main" id="{D850F3D4-C4BD-7299-E7EC-250990DB7D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07725" y="1506190"/>
                <a:ext cx="489561" cy="398653"/>
              </a:xfrm>
              <a:prstGeom prst="rect">
                <a:avLst/>
              </a:prstGeom>
              <a:effectLst>
                <a:outerShdw blurRad="50800" dist="38100" dir="2700000" algn="tl" rotWithShape="0">
                  <a:schemeClr val="accent1">
                    <a:lumMod val="75000"/>
                    <a:alpha val="26000"/>
                  </a:schemeClr>
                </a:outerShdw>
              </a:effectLst>
            </p:spPr>
          </p:pic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FD5B4C0-6F11-73A2-0AF0-ECC241B14F28}"/>
                  </a:ext>
                </a:extLst>
              </p:cNvPr>
              <p:cNvSpPr txBox="1"/>
              <p:nvPr/>
            </p:nvSpPr>
            <p:spPr>
              <a:xfrm>
                <a:off x="8693668" y="1900822"/>
                <a:ext cx="1400817" cy="245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4" b="1" dirty="0"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Query</a:t>
                </a:r>
                <a:r>
                  <a:rPr lang="en-US" altLang="zh-CN" sz="1004" dirty="0"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:</a:t>
                </a:r>
                <a:r>
                  <a:rPr lang="en-US" altLang="zh-CN" sz="1004" b="1" dirty="0"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 </a:t>
                </a:r>
                <a:r>
                  <a:rPr lang="en-US" altLang="zh-CN" sz="1004" i="1" dirty="0"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human call</a:t>
                </a:r>
                <a:endParaRPr lang="zh-CN" altLang="en-US" sz="1004" i="1" dirty="0">
                  <a:latin typeface="思源宋体" panose="02020400000000000000" pitchFamily="18" charset="-122"/>
                  <a:ea typeface="思源宋体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4" name="箭头: 右 123">
              <a:extLst>
                <a:ext uri="{FF2B5EF4-FFF2-40B4-BE49-F238E27FC236}">
                  <a16:creationId xmlns:a16="http://schemas.microsoft.com/office/drawing/2014/main" id="{CCFB2803-EC96-CF78-7EDB-3DA84E1E2DF8}"/>
                </a:ext>
              </a:extLst>
            </p:cNvPr>
            <p:cNvSpPr/>
            <p:nvPr/>
          </p:nvSpPr>
          <p:spPr>
            <a:xfrm rot="12819465">
              <a:off x="6835321" y="5215922"/>
              <a:ext cx="459361" cy="251569"/>
            </a:xfrm>
            <a:prstGeom prst="rightArrow">
              <a:avLst>
                <a:gd name="adj1" fmla="val 50000"/>
                <a:gd name="adj2" fmla="val 67899"/>
              </a:avLst>
            </a:prstGeom>
            <a:gradFill flip="none" rotWithShape="1">
              <a:gsLst>
                <a:gs pos="98000">
                  <a:schemeClr val="bg1"/>
                </a:gs>
                <a:gs pos="0">
                  <a:srgbClr val="466186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 dirty="0">
                <a:solidFill>
                  <a:schemeClr val="tx1"/>
                </a:solidFill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811E6BE-DB9A-D90F-FD24-6C11754C6456}"/>
                </a:ext>
              </a:extLst>
            </p:cNvPr>
            <p:cNvGrpSpPr/>
            <p:nvPr/>
          </p:nvGrpSpPr>
          <p:grpSpPr>
            <a:xfrm>
              <a:off x="7788168" y="4081573"/>
              <a:ext cx="2759851" cy="792400"/>
              <a:chOff x="1329329" y="7039203"/>
              <a:chExt cx="2759851" cy="792400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4616CDD6-7674-1BBE-C10A-7712FA7840D2}"/>
                  </a:ext>
                </a:extLst>
              </p:cNvPr>
              <p:cNvSpPr/>
              <p:nvPr/>
            </p:nvSpPr>
            <p:spPr>
              <a:xfrm>
                <a:off x="1329329" y="7039203"/>
                <a:ext cx="2759851" cy="792400"/>
              </a:xfrm>
              <a:prstGeom prst="roundRect">
                <a:avLst>
                  <a:gd name="adj" fmla="val 9699"/>
                </a:avLst>
              </a:prstGeom>
              <a:solidFill>
                <a:schemeClr val="tx2">
                  <a:lumMod val="40000"/>
                  <a:lumOff val="60000"/>
                  <a:alpha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altLang="zh-CN" sz="1004" dirty="0">
                    <a:solidFill>
                      <a:schemeClr val="tx1"/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The robot should yield during when it detects or hears a walking human.</a:t>
                </a:r>
              </a:p>
            </p:txBody>
          </p:sp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16B41347-D89B-4DDB-8241-CF72A08B1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4739" y="7070965"/>
                <a:ext cx="322744" cy="322744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00EA1D7-0DFE-3B95-65CE-46F3CBE95DCC}"/>
                  </a:ext>
                </a:extLst>
              </p:cNvPr>
              <p:cNvSpPr txBox="1"/>
              <p:nvPr/>
            </p:nvSpPr>
            <p:spPr>
              <a:xfrm>
                <a:off x="1767483" y="7076720"/>
                <a:ext cx="1273380" cy="311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accent4">
                        <a:lumMod val="50000"/>
                      </a:schemeClr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footsteps</a:t>
                </a:r>
                <a:endParaRPr lang="zh-CN" altLang="en-US" sz="1400" b="1" dirty="0">
                  <a:solidFill>
                    <a:schemeClr val="accent4">
                      <a:lumMod val="50000"/>
                    </a:schemeClr>
                  </a:solidFill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2CA2603-AFA3-B946-6075-3A5C67FE7FCF}"/>
                </a:ext>
              </a:extLst>
            </p:cNvPr>
            <p:cNvGrpSpPr/>
            <p:nvPr/>
          </p:nvGrpSpPr>
          <p:grpSpPr>
            <a:xfrm>
              <a:off x="1943056" y="3520331"/>
              <a:ext cx="2767996" cy="820829"/>
              <a:chOff x="1543029" y="6003959"/>
              <a:chExt cx="3119775" cy="820829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0711653C-68B4-6E82-AACF-040CD85CDDE1}"/>
                  </a:ext>
                </a:extLst>
              </p:cNvPr>
              <p:cNvSpPr/>
              <p:nvPr/>
            </p:nvSpPr>
            <p:spPr>
              <a:xfrm>
                <a:off x="1543029" y="6003959"/>
                <a:ext cx="3119775" cy="820829"/>
              </a:xfrm>
              <a:prstGeom prst="roundRect">
                <a:avLst>
                  <a:gd name="adj" fmla="val 9699"/>
                </a:avLst>
              </a:prstGeom>
              <a:solidFill>
                <a:schemeClr val="tx2">
                  <a:lumMod val="40000"/>
                  <a:lumOff val="60000"/>
                  <a:alpha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altLang="zh-CN" sz="1004" dirty="0">
                    <a:solidFill>
                      <a:schemeClr val="tx1"/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  <a:cs typeface="Calibri" panose="020F0502020204030204" pitchFamily="34" charset="0"/>
                  </a:rPr>
                  <a:t>The robot should politely yield when it detects human or hears conversation.</a:t>
                </a:r>
                <a:endParaRPr lang="zh-CN" altLang="en-US" sz="1004" dirty="0">
                  <a:solidFill>
                    <a:schemeClr val="tx1"/>
                  </a:solidFill>
                  <a:latin typeface="思源宋体" panose="02020400000000000000" pitchFamily="18" charset="-122"/>
                  <a:ea typeface="思源宋体" panose="02020400000000000000" pitchFamily="18" charset="-122"/>
                  <a:cs typeface="Calibri" panose="020F0502020204030204" pitchFamily="34" charset="0"/>
                </a:endParaRPr>
              </a:p>
            </p:txBody>
          </p:sp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029840AC-4B52-0CF7-A404-50DE83830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0671" y="6043542"/>
                <a:ext cx="322744" cy="322744"/>
              </a:xfrm>
              <a:prstGeom prst="rect">
                <a:avLst/>
              </a:prstGeom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EC66217-AD23-7AA3-712C-FAEACA50E68F}"/>
                  </a:ext>
                </a:extLst>
              </p:cNvPr>
              <p:cNvSpPr txBox="1"/>
              <p:nvPr/>
            </p:nvSpPr>
            <p:spPr>
              <a:xfrm>
                <a:off x="1953415" y="6049297"/>
                <a:ext cx="1534851" cy="306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accent4">
                        <a:lumMod val="50000"/>
                      </a:schemeClr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conversation</a:t>
                </a:r>
                <a:endParaRPr lang="zh-CN" altLang="en-US" sz="1400" b="1" dirty="0">
                  <a:solidFill>
                    <a:schemeClr val="accent4">
                      <a:lumMod val="50000"/>
                    </a:schemeClr>
                  </a:solidFill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A8533E1-318E-CC26-C7FC-8CF3F90F4BC3}"/>
                </a:ext>
              </a:extLst>
            </p:cNvPr>
            <p:cNvGrpSpPr/>
            <p:nvPr/>
          </p:nvGrpSpPr>
          <p:grpSpPr>
            <a:xfrm>
              <a:off x="7195173" y="2533906"/>
              <a:ext cx="3352846" cy="663700"/>
              <a:chOff x="1062359" y="6522532"/>
              <a:chExt cx="3352846" cy="663700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A5C9DE81-0204-4128-9EED-60A1335CD85E}"/>
                  </a:ext>
                </a:extLst>
              </p:cNvPr>
              <p:cNvSpPr/>
              <p:nvPr/>
            </p:nvSpPr>
            <p:spPr>
              <a:xfrm>
                <a:off x="1062359" y="6522532"/>
                <a:ext cx="3352846" cy="663700"/>
              </a:xfrm>
              <a:prstGeom prst="roundRect">
                <a:avLst>
                  <a:gd name="adj" fmla="val 9699"/>
                </a:avLst>
              </a:prstGeom>
              <a:solidFill>
                <a:schemeClr val="tx2">
                  <a:lumMod val="40000"/>
                  <a:lumOff val="60000"/>
                  <a:alpha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altLang="zh-CN" sz="1004" dirty="0">
                    <a:solidFill>
                      <a:schemeClr val="tx1"/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The robot hears footsteps but does not see anyone.</a:t>
                </a:r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7DA9876D-C78C-2071-3CB7-D82E892E1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7768" y="6553597"/>
                <a:ext cx="322744" cy="322744"/>
              </a:xfrm>
              <a:prstGeom prst="rect">
                <a:avLst/>
              </a:prstGeom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E220302-376E-E2D5-4AEC-629353E6850D}"/>
                  </a:ext>
                </a:extLst>
              </p:cNvPr>
              <p:cNvSpPr txBox="1"/>
              <p:nvPr/>
            </p:nvSpPr>
            <p:spPr>
              <a:xfrm>
                <a:off x="1500512" y="6559352"/>
                <a:ext cx="1273380" cy="311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accent4">
                        <a:lumMod val="50000"/>
                      </a:schemeClr>
                    </a:solidFill>
                    <a:latin typeface="思源宋体" panose="02020400000000000000" pitchFamily="18" charset="-122"/>
                    <a:ea typeface="思源宋体" panose="02020400000000000000" pitchFamily="18" charset="-122"/>
                  </a:rPr>
                  <a:t>footsteps</a:t>
                </a:r>
                <a:endParaRPr lang="zh-CN" altLang="en-US" sz="1400" b="1" dirty="0">
                  <a:solidFill>
                    <a:schemeClr val="accent4">
                      <a:lumMod val="50000"/>
                    </a:schemeClr>
                  </a:solidFill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C6523CC0-FA2A-9927-7611-9896CA947F67}"/>
                </a:ext>
              </a:extLst>
            </p:cNvPr>
            <p:cNvGrpSpPr/>
            <p:nvPr/>
          </p:nvGrpSpPr>
          <p:grpSpPr>
            <a:xfrm>
              <a:off x="1947592" y="1340222"/>
              <a:ext cx="3658252" cy="941300"/>
              <a:chOff x="1849391" y="1549768"/>
              <a:chExt cx="3658252" cy="941300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97A35B57-32A1-4965-6450-6628E66EB819}"/>
                  </a:ext>
                </a:extLst>
              </p:cNvPr>
              <p:cNvGrpSpPr/>
              <p:nvPr/>
            </p:nvGrpSpPr>
            <p:grpSpPr>
              <a:xfrm>
                <a:off x="1849391" y="1549768"/>
                <a:ext cx="3658252" cy="941300"/>
                <a:chOff x="1164288" y="6444832"/>
                <a:chExt cx="3658252" cy="941300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4EEBECA1-F22E-81A9-D66F-3804C2B03480}"/>
                    </a:ext>
                  </a:extLst>
                </p:cNvPr>
                <p:cNvSpPr/>
                <p:nvPr/>
              </p:nvSpPr>
              <p:spPr>
                <a:xfrm>
                  <a:off x="1164288" y="6444832"/>
                  <a:ext cx="3658252" cy="941300"/>
                </a:xfrm>
                <a:prstGeom prst="roundRect">
                  <a:avLst>
                    <a:gd name="adj" fmla="val 9699"/>
                  </a:avLst>
                </a:prstGeom>
                <a:solidFill>
                  <a:schemeClr val="tx2">
                    <a:lumMod val="40000"/>
                    <a:lumOff val="60000"/>
                    <a:alpha val="6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r>
                    <a:rPr lang="en-US" altLang="zh-CN" sz="1004" dirty="0">
                      <a:solidFill>
                        <a:schemeClr val="tx1"/>
                      </a:solidFill>
                      <a:latin typeface="思源宋体" panose="02020400000000000000" pitchFamily="18" charset="-122"/>
                      <a:ea typeface="思源宋体" panose="02020400000000000000" pitchFamily="18" charset="-122"/>
                      <a:cs typeface="Calibri" panose="020F0502020204030204" pitchFamily="34" charset="0"/>
                    </a:rPr>
                    <a:t>The robot hears someone calling but cannot see the human and should proceed to further exploration.</a:t>
                  </a: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B6C4C0B-401B-81C4-2D8E-691B8911EC45}"/>
                    </a:ext>
                  </a:extLst>
                </p:cNvPr>
                <p:cNvSpPr txBox="1"/>
                <p:nvPr/>
              </p:nvSpPr>
              <p:spPr>
                <a:xfrm>
                  <a:off x="1586473" y="6512909"/>
                  <a:ext cx="1683058" cy="3112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chemeClr val="accent6">
                          <a:lumMod val="50000"/>
                        </a:schemeClr>
                      </a:solidFill>
                      <a:latin typeface="思源宋体" panose="02020400000000000000" pitchFamily="18" charset="-122"/>
                      <a:ea typeface="思源宋体" panose="02020400000000000000" pitchFamily="18" charset="-122"/>
                    </a:rPr>
                    <a:t>human call</a:t>
                  </a:r>
                </a:p>
              </p:txBody>
            </p:sp>
          </p:grpSp>
          <p:pic>
            <p:nvPicPr>
              <p:cNvPr id="36" name="图片 35" descr="图标&#10;&#10;AI 生成的内容可能不正确。">
                <a:extLst>
                  <a:ext uri="{FF2B5EF4-FFF2-40B4-BE49-F238E27FC236}">
                    <a16:creationId xmlns:a16="http://schemas.microsoft.com/office/drawing/2014/main" id="{FAFE3BD1-451F-0135-B841-FACF59E9E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9694" y="1681584"/>
                <a:ext cx="341881" cy="341881"/>
              </a:xfrm>
              <a:prstGeom prst="rect">
                <a:avLst/>
              </a:prstGeom>
              <a:effectLst>
                <a:outerShdw blurRad="50800" dist="38100" dir="2700000" algn="tl" rotWithShape="0">
                  <a:schemeClr val="accent1">
                    <a:lumMod val="75000"/>
                    <a:alpha val="26000"/>
                  </a:schemeClr>
                </a:outerShdw>
              </a:effectLst>
            </p:spPr>
          </p:pic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7F095C2F-6F0D-E384-058C-234C1BCB48E5}"/>
                </a:ext>
              </a:extLst>
            </p:cNvPr>
            <p:cNvGrpSpPr/>
            <p:nvPr/>
          </p:nvGrpSpPr>
          <p:grpSpPr>
            <a:xfrm rot="14639255">
              <a:off x="6775569" y="4577247"/>
              <a:ext cx="341150" cy="695186"/>
              <a:chOff x="1178666" y="4711890"/>
              <a:chExt cx="525006" cy="841888"/>
            </a:xfrm>
          </p:grpSpPr>
          <p:sp>
            <p:nvSpPr>
              <p:cNvPr id="52" name="等腰三角形 59">
                <a:extLst>
                  <a:ext uri="{FF2B5EF4-FFF2-40B4-BE49-F238E27FC236}">
                    <a16:creationId xmlns:a16="http://schemas.microsoft.com/office/drawing/2014/main" id="{E23C1080-9819-05CF-944D-910208A7950E}"/>
                  </a:ext>
                </a:extLst>
              </p:cNvPr>
              <p:cNvSpPr/>
              <p:nvPr/>
            </p:nvSpPr>
            <p:spPr>
              <a:xfrm>
                <a:off x="1179835" y="4711890"/>
                <a:ext cx="521616" cy="810797"/>
              </a:xfrm>
              <a:prstGeom prst="triangle">
                <a:avLst/>
              </a:prstGeom>
              <a:solidFill>
                <a:srgbClr val="F5BC6C">
                  <a:alpha val="81641"/>
                </a:srgbClr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D4E3174D-88A0-0EAC-74E0-6C6974CC28D5}"/>
                  </a:ext>
                </a:extLst>
              </p:cNvPr>
              <p:cNvSpPr/>
              <p:nvPr/>
            </p:nvSpPr>
            <p:spPr>
              <a:xfrm>
                <a:off x="1178666" y="5495318"/>
                <a:ext cx="525006" cy="58460"/>
              </a:xfrm>
              <a:prstGeom prst="ellipse">
                <a:avLst/>
              </a:prstGeom>
              <a:solidFill>
                <a:srgbClr val="FAE3BD"/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sp>
          <p:nvSpPr>
            <p:cNvPr id="10" name="箭头: 左 9">
              <a:extLst>
                <a:ext uri="{FF2B5EF4-FFF2-40B4-BE49-F238E27FC236}">
                  <a16:creationId xmlns:a16="http://schemas.microsoft.com/office/drawing/2014/main" id="{F68B94C3-FB92-9FDE-341E-8114948836A5}"/>
                </a:ext>
              </a:extLst>
            </p:cNvPr>
            <p:cNvSpPr/>
            <p:nvPr/>
          </p:nvSpPr>
          <p:spPr>
            <a:xfrm rot="11731060" flipH="1">
              <a:off x="7231082" y="4624688"/>
              <a:ext cx="190432" cy="127182"/>
            </a:xfrm>
            <a:prstGeom prst="leftArrow">
              <a:avLst/>
            </a:prstGeom>
            <a:solidFill>
              <a:srgbClr val="719BC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7"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1A52F5DD-523F-2721-26D0-24D587C9F27D}"/>
                </a:ext>
              </a:extLst>
            </p:cNvPr>
            <p:cNvGrpSpPr/>
            <p:nvPr/>
          </p:nvGrpSpPr>
          <p:grpSpPr>
            <a:xfrm rot="7563864">
              <a:off x="5731934" y="3890380"/>
              <a:ext cx="518313" cy="1545227"/>
              <a:chOff x="1178666" y="4711890"/>
              <a:chExt cx="525006" cy="841888"/>
            </a:xfrm>
          </p:grpSpPr>
          <p:sp>
            <p:nvSpPr>
              <p:cNvPr id="55" name="等腰三角形 59">
                <a:extLst>
                  <a:ext uri="{FF2B5EF4-FFF2-40B4-BE49-F238E27FC236}">
                    <a16:creationId xmlns:a16="http://schemas.microsoft.com/office/drawing/2014/main" id="{29D50505-E92C-312D-BAE8-82D8D7094CBC}"/>
                  </a:ext>
                </a:extLst>
              </p:cNvPr>
              <p:cNvSpPr/>
              <p:nvPr/>
            </p:nvSpPr>
            <p:spPr>
              <a:xfrm>
                <a:off x="1179835" y="4711890"/>
                <a:ext cx="521616" cy="810797"/>
              </a:xfrm>
              <a:prstGeom prst="triangle">
                <a:avLst/>
              </a:prstGeom>
              <a:solidFill>
                <a:srgbClr val="F5BC6C">
                  <a:alpha val="77000"/>
                </a:srgbClr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56611184-6286-FB82-4EDD-AF255ADCA587}"/>
                  </a:ext>
                </a:extLst>
              </p:cNvPr>
              <p:cNvSpPr/>
              <p:nvPr/>
            </p:nvSpPr>
            <p:spPr>
              <a:xfrm>
                <a:off x="1178666" y="5495318"/>
                <a:ext cx="525006" cy="58460"/>
              </a:xfrm>
              <a:prstGeom prst="ellipse">
                <a:avLst/>
              </a:prstGeom>
              <a:solidFill>
                <a:srgbClr val="FAE3BD"/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51FC147E-2942-CBF6-FD0B-4434684847A7}"/>
                </a:ext>
              </a:extLst>
            </p:cNvPr>
            <p:cNvGrpSpPr/>
            <p:nvPr/>
          </p:nvGrpSpPr>
          <p:grpSpPr>
            <a:xfrm rot="11283439">
              <a:off x="6528441" y="3844189"/>
              <a:ext cx="422462" cy="1195196"/>
              <a:chOff x="1178666" y="4711890"/>
              <a:chExt cx="525006" cy="841888"/>
            </a:xfrm>
          </p:grpSpPr>
          <p:sp>
            <p:nvSpPr>
              <p:cNvPr id="64" name="等腰三角形 59">
                <a:extLst>
                  <a:ext uri="{FF2B5EF4-FFF2-40B4-BE49-F238E27FC236}">
                    <a16:creationId xmlns:a16="http://schemas.microsoft.com/office/drawing/2014/main" id="{9AA6823C-8359-B96C-230E-D740283C86A8}"/>
                  </a:ext>
                </a:extLst>
              </p:cNvPr>
              <p:cNvSpPr/>
              <p:nvPr/>
            </p:nvSpPr>
            <p:spPr>
              <a:xfrm>
                <a:off x="1179835" y="4711890"/>
                <a:ext cx="521616" cy="810797"/>
              </a:xfrm>
              <a:prstGeom prst="triangle">
                <a:avLst/>
              </a:prstGeom>
              <a:solidFill>
                <a:srgbClr val="F5BC6C">
                  <a:alpha val="77000"/>
                </a:srgbClr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DB1149BD-9611-431C-28B6-8052E4320618}"/>
                  </a:ext>
                </a:extLst>
              </p:cNvPr>
              <p:cNvSpPr/>
              <p:nvPr/>
            </p:nvSpPr>
            <p:spPr>
              <a:xfrm>
                <a:off x="1178666" y="5495318"/>
                <a:ext cx="525006" cy="58460"/>
              </a:xfrm>
              <a:prstGeom prst="ellipse">
                <a:avLst/>
              </a:prstGeom>
              <a:solidFill>
                <a:srgbClr val="FAE3BD"/>
              </a:solidFill>
              <a:ln>
                <a:solidFill>
                  <a:srgbClr val="CE8C4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pic>
          <p:nvPicPr>
            <p:cNvPr id="9" name="图片 8" descr="卡通画&#10;&#10;AI 生成的内容可能不正确。">
              <a:extLst>
                <a:ext uri="{FF2B5EF4-FFF2-40B4-BE49-F238E27FC236}">
                  <a16:creationId xmlns:a16="http://schemas.microsoft.com/office/drawing/2014/main" id="{798E77F3-61E5-AAE8-C43E-61822042D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FDF6E4"/>
                </a:clrFrom>
                <a:clrTo>
                  <a:srgbClr val="FDF6E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726" y="4341161"/>
              <a:ext cx="487704" cy="901660"/>
            </a:xfrm>
            <a:prstGeom prst="rect">
              <a:avLst/>
            </a:prstGeom>
          </p:spPr>
        </p:pic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07D855BE-1CF4-7B2A-15A4-AB07F7CFF7E2}"/>
                </a:ext>
              </a:extLst>
            </p:cNvPr>
            <p:cNvGrpSpPr/>
            <p:nvPr/>
          </p:nvGrpSpPr>
          <p:grpSpPr>
            <a:xfrm rot="10072621">
              <a:off x="5934757" y="2241952"/>
              <a:ext cx="708979" cy="2849526"/>
              <a:chOff x="1178666" y="4711890"/>
              <a:chExt cx="525006" cy="841888"/>
            </a:xfrm>
          </p:grpSpPr>
          <p:sp>
            <p:nvSpPr>
              <p:cNvPr id="60" name="等腰三角形 59">
                <a:extLst>
                  <a:ext uri="{FF2B5EF4-FFF2-40B4-BE49-F238E27FC236}">
                    <a16:creationId xmlns:a16="http://schemas.microsoft.com/office/drawing/2014/main" id="{12DF5F9C-014C-7FB9-B8EB-02D3030B8932}"/>
                  </a:ext>
                </a:extLst>
              </p:cNvPr>
              <p:cNvSpPr/>
              <p:nvPr/>
            </p:nvSpPr>
            <p:spPr>
              <a:xfrm>
                <a:off x="1179835" y="4711890"/>
                <a:ext cx="521616" cy="810797"/>
              </a:xfrm>
              <a:prstGeom prst="triangle">
                <a:avLst/>
              </a:prstGeom>
              <a:solidFill>
                <a:srgbClr val="D87175">
                  <a:alpha val="61631"/>
                </a:srgbClr>
              </a:solidFill>
              <a:ln>
                <a:solidFill>
                  <a:srgbClr val="FFCB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9ABF77CE-11C5-49F1-4F71-D0396E671F81}"/>
                  </a:ext>
                </a:extLst>
              </p:cNvPr>
              <p:cNvSpPr/>
              <p:nvPr/>
            </p:nvSpPr>
            <p:spPr>
              <a:xfrm>
                <a:off x="1178666" y="5495318"/>
                <a:ext cx="525006" cy="58460"/>
              </a:xfrm>
              <a:prstGeom prst="ellipse">
                <a:avLst/>
              </a:prstGeom>
              <a:solidFill>
                <a:srgbClr val="FEEBE2"/>
              </a:solidFill>
              <a:ln>
                <a:solidFill>
                  <a:srgbClr val="FFCB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7" dirty="0">
                  <a:latin typeface="思源宋体" panose="02020400000000000000" pitchFamily="18" charset="-122"/>
                  <a:ea typeface="思源宋体" panose="02020400000000000000" pitchFamily="18" charset="-122"/>
                </a:endParaRPr>
              </a:p>
            </p:txBody>
          </p:sp>
        </p:grp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939406BA-6636-0CE7-D79A-962DE39B6F1A}"/>
                </a:ext>
              </a:extLst>
            </p:cNvPr>
            <p:cNvCxnSpPr>
              <a:cxnSpLocks/>
              <a:stCxn id="11" idx="1"/>
              <a:endCxn id="71" idx="2"/>
            </p:cNvCxnSpPr>
            <p:nvPr/>
          </p:nvCxnSpPr>
          <p:spPr>
            <a:xfrm flipH="1">
              <a:off x="5854082" y="3230226"/>
              <a:ext cx="766913" cy="478783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93F591C6-32C0-7330-D777-9DE3A118F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05" t="52930" r="4961" b="6477"/>
            <a:stretch>
              <a:fillRect/>
            </a:stretch>
          </p:blipFill>
          <p:spPr>
            <a:xfrm flipH="1">
              <a:off x="7325146" y="4158565"/>
              <a:ext cx="408191" cy="682286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7C68ED34-44D4-E6B6-7418-D5678FA23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26" t="21802" r="56075" b="37605"/>
            <a:stretch>
              <a:fillRect/>
            </a:stretch>
          </p:blipFill>
          <p:spPr>
            <a:xfrm>
              <a:off x="6798133" y="2504602"/>
              <a:ext cx="333757" cy="663700"/>
            </a:xfrm>
            <a:prstGeom prst="rect">
              <a:avLst/>
            </a:prstGeom>
          </p:spPr>
        </p:pic>
        <p:pic>
          <p:nvPicPr>
            <p:cNvPr id="58" name="图片 57" descr="卡通人物&#10;&#10;AI 生成的内容可能不正确。">
              <a:extLst>
                <a:ext uri="{FF2B5EF4-FFF2-40B4-BE49-F238E27FC236}">
                  <a16:creationId xmlns:a16="http://schemas.microsoft.com/office/drawing/2014/main" id="{51CC27F4-7E51-9C37-EF89-2E679858D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48" t="51869" r="39449" b="8501"/>
            <a:stretch>
              <a:fillRect/>
            </a:stretch>
          </p:blipFill>
          <p:spPr>
            <a:xfrm>
              <a:off x="5921641" y="1720054"/>
              <a:ext cx="341880" cy="784548"/>
            </a:xfrm>
            <a:prstGeom prst="rect">
              <a:avLst/>
            </a:prstGeom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40A53DF-CAB0-16F7-9FC9-E254E42CF0EC}"/>
                </a:ext>
              </a:extLst>
            </p:cNvPr>
            <p:cNvGrpSpPr/>
            <p:nvPr/>
          </p:nvGrpSpPr>
          <p:grpSpPr>
            <a:xfrm>
              <a:off x="4727835" y="3577921"/>
              <a:ext cx="789748" cy="778119"/>
              <a:chOff x="4610038" y="3210877"/>
              <a:chExt cx="921377" cy="1032467"/>
            </a:xfrm>
          </p:grpSpPr>
          <p:pic>
            <p:nvPicPr>
              <p:cNvPr id="3" name="图片 2" descr="卡通人物&#10;&#10;AI 生成的内容可能不正确。">
                <a:extLst>
                  <a:ext uri="{FF2B5EF4-FFF2-40B4-BE49-F238E27FC236}">
                    <a16:creationId xmlns:a16="http://schemas.microsoft.com/office/drawing/2014/main" id="{840C9DFA-E543-BDED-1596-94E30A0893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 cstate="print">
                <a:clrChange>
                  <a:clrFrom>
                    <a:srgbClr val="FBFBFB"/>
                  </a:clrFrom>
                  <a:clrTo>
                    <a:srgbClr val="FBFBF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315" t="2205" r="38523" b="53377"/>
              <a:stretch/>
            </p:blipFill>
            <p:spPr>
              <a:xfrm>
                <a:off x="4610038" y="3210877"/>
                <a:ext cx="466859" cy="1012726"/>
              </a:xfrm>
              <a:prstGeom prst="ellipse">
                <a:avLst/>
              </a:prstGeom>
            </p:spPr>
          </p:pic>
          <p:pic>
            <p:nvPicPr>
              <p:cNvPr id="2" name="图片 1" descr="卡通人物&#10;&#10;AI 生成的内容可能不正确。">
                <a:extLst>
                  <a:ext uri="{FF2B5EF4-FFF2-40B4-BE49-F238E27FC236}">
                    <a16:creationId xmlns:a16="http://schemas.microsoft.com/office/drawing/2014/main" id="{613350FC-E229-0559-5E89-2F4964DB9F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707" t="14375" r="5957" b="47192"/>
              <a:stretch/>
            </p:blipFill>
            <p:spPr>
              <a:xfrm>
                <a:off x="5188747" y="3271125"/>
                <a:ext cx="342668" cy="972219"/>
              </a:xfrm>
              <a:prstGeom prst="ellipse">
                <a:avLst/>
              </a:prstGeom>
            </p:spPr>
          </p:pic>
        </p:grp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DAA9EDC1-D01B-297F-469D-0DC13F2630F0}"/>
                </a:ext>
              </a:extLst>
            </p:cNvPr>
            <p:cNvSpPr/>
            <p:nvPr/>
          </p:nvSpPr>
          <p:spPr>
            <a:xfrm>
              <a:off x="5141499" y="3416805"/>
              <a:ext cx="1417242" cy="1799303"/>
            </a:xfrm>
            <a:custGeom>
              <a:avLst/>
              <a:gdLst>
                <a:gd name="connsiteX0" fmla="*/ 1417242 w 1417242"/>
                <a:gd name="connsiteY0" fmla="*/ 1799303 h 1799303"/>
                <a:gd name="connsiteX1" fmla="*/ 1279591 w 1417242"/>
                <a:gd name="connsiteY1" fmla="*/ 1759974 h 1799303"/>
                <a:gd name="connsiteX2" fmla="*/ 1240262 w 1417242"/>
                <a:gd name="connsiteY2" fmla="*/ 1740309 h 1799303"/>
                <a:gd name="connsiteX3" fmla="*/ 1181268 w 1417242"/>
                <a:gd name="connsiteY3" fmla="*/ 1700980 h 1799303"/>
                <a:gd name="connsiteX4" fmla="*/ 1102610 w 1417242"/>
                <a:gd name="connsiteY4" fmla="*/ 1681316 h 1799303"/>
                <a:gd name="connsiteX5" fmla="*/ 1043617 w 1417242"/>
                <a:gd name="connsiteY5" fmla="*/ 1651819 h 1799303"/>
                <a:gd name="connsiteX6" fmla="*/ 955126 w 1417242"/>
                <a:gd name="connsiteY6" fmla="*/ 1612490 h 1799303"/>
                <a:gd name="connsiteX7" fmla="*/ 915797 w 1417242"/>
                <a:gd name="connsiteY7" fmla="*/ 1602658 h 1799303"/>
                <a:gd name="connsiteX8" fmla="*/ 856804 w 1417242"/>
                <a:gd name="connsiteY8" fmla="*/ 1592825 h 1799303"/>
                <a:gd name="connsiteX9" fmla="*/ 778146 w 1417242"/>
                <a:gd name="connsiteY9" fmla="*/ 1573161 h 1799303"/>
                <a:gd name="connsiteX10" fmla="*/ 748649 w 1417242"/>
                <a:gd name="connsiteY10" fmla="*/ 1563329 h 1799303"/>
                <a:gd name="connsiteX11" fmla="*/ 699488 w 1417242"/>
                <a:gd name="connsiteY11" fmla="*/ 1553496 h 1799303"/>
                <a:gd name="connsiteX12" fmla="*/ 640494 w 1417242"/>
                <a:gd name="connsiteY12" fmla="*/ 1533832 h 1799303"/>
                <a:gd name="connsiteX13" fmla="*/ 610997 w 1417242"/>
                <a:gd name="connsiteY13" fmla="*/ 1524000 h 1799303"/>
                <a:gd name="connsiteX14" fmla="*/ 581500 w 1417242"/>
                <a:gd name="connsiteY14" fmla="*/ 1514167 h 1799303"/>
                <a:gd name="connsiteX15" fmla="*/ 552004 w 1417242"/>
                <a:gd name="connsiteY15" fmla="*/ 1504335 h 1799303"/>
                <a:gd name="connsiteX16" fmla="*/ 375023 w 1417242"/>
                <a:gd name="connsiteY16" fmla="*/ 1386348 h 1799303"/>
                <a:gd name="connsiteX17" fmla="*/ 316029 w 1417242"/>
                <a:gd name="connsiteY17" fmla="*/ 1347019 h 1799303"/>
                <a:gd name="connsiteX18" fmla="*/ 286533 w 1417242"/>
                <a:gd name="connsiteY18" fmla="*/ 1327354 h 1799303"/>
                <a:gd name="connsiteX19" fmla="*/ 257036 w 1417242"/>
                <a:gd name="connsiteY19" fmla="*/ 1297858 h 1799303"/>
                <a:gd name="connsiteX20" fmla="*/ 198042 w 1417242"/>
                <a:gd name="connsiteY20" fmla="*/ 1258529 h 1799303"/>
                <a:gd name="connsiteX21" fmla="*/ 168546 w 1417242"/>
                <a:gd name="connsiteY21" fmla="*/ 1229032 h 1799303"/>
                <a:gd name="connsiteX22" fmla="*/ 148881 w 1417242"/>
                <a:gd name="connsiteY22" fmla="*/ 1199535 h 1799303"/>
                <a:gd name="connsiteX23" fmla="*/ 119384 w 1417242"/>
                <a:gd name="connsiteY23" fmla="*/ 1179871 h 1799303"/>
                <a:gd name="connsiteX24" fmla="*/ 109552 w 1417242"/>
                <a:gd name="connsiteY24" fmla="*/ 1150374 h 1799303"/>
                <a:gd name="connsiteX25" fmla="*/ 89888 w 1417242"/>
                <a:gd name="connsiteY25" fmla="*/ 1120877 h 1799303"/>
                <a:gd name="connsiteX26" fmla="*/ 70223 w 1417242"/>
                <a:gd name="connsiteY26" fmla="*/ 1042219 h 1799303"/>
                <a:gd name="connsiteX27" fmla="*/ 50559 w 1417242"/>
                <a:gd name="connsiteY27" fmla="*/ 983225 h 1799303"/>
                <a:gd name="connsiteX28" fmla="*/ 40726 w 1417242"/>
                <a:gd name="connsiteY28" fmla="*/ 953729 h 1799303"/>
                <a:gd name="connsiteX29" fmla="*/ 21062 w 1417242"/>
                <a:gd name="connsiteY29" fmla="*/ 865238 h 1799303"/>
                <a:gd name="connsiteX30" fmla="*/ 11229 w 1417242"/>
                <a:gd name="connsiteY30" fmla="*/ 835742 h 1799303"/>
                <a:gd name="connsiteX31" fmla="*/ 1397 w 1417242"/>
                <a:gd name="connsiteY31" fmla="*/ 737419 h 1799303"/>
                <a:gd name="connsiteX32" fmla="*/ 21062 w 1417242"/>
                <a:gd name="connsiteY32" fmla="*/ 442451 h 1799303"/>
                <a:gd name="connsiteX33" fmla="*/ 50559 w 1417242"/>
                <a:gd name="connsiteY33" fmla="*/ 304800 h 1799303"/>
                <a:gd name="connsiteX34" fmla="*/ 80055 w 1417242"/>
                <a:gd name="connsiteY34" fmla="*/ 285135 h 1799303"/>
                <a:gd name="connsiteX35" fmla="*/ 89888 w 1417242"/>
                <a:gd name="connsiteY35" fmla="*/ 255638 h 1799303"/>
                <a:gd name="connsiteX36" fmla="*/ 148881 w 1417242"/>
                <a:gd name="connsiteY36" fmla="*/ 216309 h 1799303"/>
                <a:gd name="connsiteX37" fmla="*/ 168546 w 1417242"/>
                <a:gd name="connsiteY37" fmla="*/ 186813 h 1799303"/>
                <a:gd name="connsiteX38" fmla="*/ 198042 w 1417242"/>
                <a:gd name="connsiteY38" fmla="*/ 88490 h 1799303"/>
                <a:gd name="connsiteX39" fmla="*/ 217707 w 1417242"/>
                <a:gd name="connsiteY39" fmla="*/ 19664 h 1799303"/>
                <a:gd name="connsiteX40" fmla="*/ 217707 w 1417242"/>
                <a:gd name="connsiteY40" fmla="*/ 0 h 17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242" h="1799303">
                  <a:moveTo>
                    <a:pt x="1417242" y="1799303"/>
                  </a:moveTo>
                  <a:cubicBezTo>
                    <a:pt x="1371358" y="1786193"/>
                    <a:pt x="1324862" y="1775064"/>
                    <a:pt x="1279591" y="1759974"/>
                  </a:cubicBezTo>
                  <a:cubicBezTo>
                    <a:pt x="1265686" y="1755339"/>
                    <a:pt x="1252830" y="1747850"/>
                    <a:pt x="1240262" y="1740309"/>
                  </a:cubicBezTo>
                  <a:cubicBezTo>
                    <a:pt x="1219996" y="1728149"/>
                    <a:pt x="1204196" y="1706712"/>
                    <a:pt x="1181268" y="1700980"/>
                  </a:cubicBezTo>
                  <a:lnTo>
                    <a:pt x="1102610" y="1681316"/>
                  </a:lnTo>
                  <a:cubicBezTo>
                    <a:pt x="1018074" y="1624958"/>
                    <a:pt x="1125032" y="1692527"/>
                    <a:pt x="1043617" y="1651819"/>
                  </a:cubicBezTo>
                  <a:cubicBezTo>
                    <a:pt x="979051" y="1619536"/>
                    <a:pt x="1056592" y="1637856"/>
                    <a:pt x="955126" y="1612490"/>
                  </a:cubicBezTo>
                  <a:cubicBezTo>
                    <a:pt x="942016" y="1609213"/>
                    <a:pt x="929048" y="1605308"/>
                    <a:pt x="915797" y="1602658"/>
                  </a:cubicBezTo>
                  <a:cubicBezTo>
                    <a:pt x="896249" y="1598748"/>
                    <a:pt x="876297" y="1597002"/>
                    <a:pt x="856804" y="1592825"/>
                  </a:cubicBezTo>
                  <a:cubicBezTo>
                    <a:pt x="830378" y="1587162"/>
                    <a:pt x="803785" y="1581707"/>
                    <a:pt x="778146" y="1573161"/>
                  </a:cubicBezTo>
                  <a:cubicBezTo>
                    <a:pt x="768314" y="1569884"/>
                    <a:pt x="758704" y="1565843"/>
                    <a:pt x="748649" y="1563329"/>
                  </a:cubicBezTo>
                  <a:cubicBezTo>
                    <a:pt x="732436" y="1559276"/>
                    <a:pt x="715611" y="1557893"/>
                    <a:pt x="699488" y="1553496"/>
                  </a:cubicBezTo>
                  <a:cubicBezTo>
                    <a:pt x="679490" y="1548042"/>
                    <a:pt x="660159" y="1540387"/>
                    <a:pt x="640494" y="1533832"/>
                  </a:cubicBezTo>
                  <a:lnTo>
                    <a:pt x="610997" y="1524000"/>
                  </a:lnTo>
                  <a:lnTo>
                    <a:pt x="581500" y="1514167"/>
                  </a:lnTo>
                  <a:cubicBezTo>
                    <a:pt x="571668" y="1510890"/>
                    <a:pt x="560627" y="1510084"/>
                    <a:pt x="552004" y="1504335"/>
                  </a:cubicBezTo>
                  <a:lnTo>
                    <a:pt x="375023" y="1386348"/>
                  </a:lnTo>
                  <a:lnTo>
                    <a:pt x="316029" y="1347019"/>
                  </a:lnTo>
                  <a:cubicBezTo>
                    <a:pt x="306197" y="1340464"/>
                    <a:pt x="294889" y="1335710"/>
                    <a:pt x="286533" y="1327354"/>
                  </a:cubicBezTo>
                  <a:cubicBezTo>
                    <a:pt x="276701" y="1317522"/>
                    <a:pt x="268012" y="1306395"/>
                    <a:pt x="257036" y="1297858"/>
                  </a:cubicBezTo>
                  <a:cubicBezTo>
                    <a:pt x="238380" y="1283348"/>
                    <a:pt x="214753" y="1275241"/>
                    <a:pt x="198042" y="1258529"/>
                  </a:cubicBezTo>
                  <a:cubicBezTo>
                    <a:pt x="188210" y="1248697"/>
                    <a:pt x="177448" y="1239714"/>
                    <a:pt x="168546" y="1229032"/>
                  </a:cubicBezTo>
                  <a:cubicBezTo>
                    <a:pt x="160981" y="1219954"/>
                    <a:pt x="157237" y="1207891"/>
                    <a:pt x="148881" y="1199535"/>
                  </a:cubicBezTo>
                  <a:cubicBezTo>
                    <a:pt x="140525" y="1191179"/>
                    <a:pt x="129216" y="1186426"/>
                    <a:pt x="119384" y="1179871"/>
                  </a:cubicBezTo>
                  <a:cubicBezTo>
                    <a:pt x="116107" y="1170039"/>
                    <a:pt x="114187" y="1159644"/>
                    <a:pt x="109552" y="1150374"/>
                  </a:cubicBezTo>
                  <a:cubicBezTo>
                    <a:pt x="104267" y="1139805"/>
                    <a:pt x="93926" y="1131982"/>
                    <a:pt x="89888" y="1120877"/>
                  </a:cubicBezTo>
                  <a:cubicBezTo>
                    <a:pt x="80652" y="1095478"/>
                    <a:pt x="78769" y="1067858"/>
                    <a:pt x="70223" y="1042219"/>
                  </a:cubicBezTo>
                  <a:lnTo>
                    <a:pt x="50559" y="983225"/>
                  </a:lnTo>
                  <a:cubicBezTo>
                    <a:pt x="47282" y="973393"/>
                    <a:pt x="42758" y="963892"/>
                    <a:pt x="40726" y="953729"/>
                  </a:cubicBezTo>
                  <a:cubicBezTo>
                    <a:pt x="33969" y="919944"/>
                    <a:pt x="30318" y="897632"/>
                    <a:pt x="21062" y="865238"/>
                  </a:cubicBezTo>
                  <a:cubicBezTo>
                    <a:pt x="18215" y="855273"/>
                    <a:pt x="14507" y="845574"/>
                    <a:pt x="11229" y="835742"/>
                  </a:cubicBezTo>
                  <a:cubicBezTo>
                    <a:pt x="7952" y="802968"/>
                    <a:pt x="1397" y="770357"/>
                    <a:pt x="1397" y="737419"/>
                  </a:cubicBezTo>
                  <a:cubicBezTo>
                    <a:pt x="1397" y="509679"/>
                    <a:pt x="-7815" y="557949"/>
                    <a:pt x="21062" y="442451"/>
                  </a:cubicBezTo>
                  <a:cubicBezTo>
                    <a:pt x="22100" y="434144"/>
                    <a:pt x="31453" y="317538"/>
                    <a:pt x="50559" y="304800"/>
                  </a:cubicBezTo>
                  <a:lnTo>
                    <a:pt x="80055" y="285135"/>
                  </a:lnTo>
                  <a:cubicBezTo>
                    <a:pt x="83333" y="275303"/>
                    <a:pt x="82559" y="262967"/>
                    <a:pt x="89888" y="255638"/>
                  </a:cubicBezTo>
                  <a:cubicBezTo>
                    <a:pt x="106600" y="238926"/>
                    <a:pt x="148881" y="216309"/>
                    <a:pt x="148881" y="216309"/>
                  </a:cubicBezTo>
                  <a:cubicBezTo>
                    <a:pt x="155436" y="206477"/>
                    <a:pt x="163747" y="197611"/>
                    <a:pt x="168546" y="186813"/>
                  </a:cubicBezTo>
                  <a:cubicBezTo>
                    <a:pt x="187239" y="144754"/>
                    <a:pt x="186601" y="128531"/>
                    <a:pt x="198042" y="88490"/>
                  </a:cubicBezTo>
                  <a:cubicBezTo>
                    <a:pt x="207396" y="55753"/>
                    <a:pt x="211558" y="56558"/>
                    <a:pt x="217707" y="19664"/>
                  </a:cubicBezTo>
                  <a:cubicBezTo>
                    <a:pt x="218785" y="13199"/>
                    <a:pt x="217707" y="6555"/>
                    <a:pt x="217707" y="0"/>
                  </a:cubicBezTo>
                </a:path>
              </a:pathLst>
            </a:custGeom>
            <a:ln w="38100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1807" dirty="0">
                <a:latin typeface="思源宋体" panose="02020400000000000000" pitchFamily="18" charset="-122"/>
                <a:ea typeface="思源宋体" panose="02020400000000000000" pitchFamily="18" charset="-122"/>
              </a:endParaRPr>
            </a:p>
          </p:txBody>
        </p:sp>
        <p:pic>
          <p:nvPicPr>
            <p:cNvPr id="33" name="图片 32" descr="卡通人物&#10;&#10;AI 生成的内容可能不正确。">
              <a:extLst>
                <a:ext uri="{FF2B5EF4-FFF2-40B4-BE49-F238E27FC236}">
                  <a16:creationId xmlns:a16="http://schemas.microsoft.com/office/drawing/2014/main" id="{3E5F4B0C-0B40-1D6D-4A56-4FDF4F9244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137" t="5152" r="9498" b="81457"/>
            <a:stretch/>
          </p:blipFill>
          <p:spPr>
            <a:xfrm>
              <a:off x="4994540" y="3430227"/>
              <a:ext cx="264939" cy="282542"/>
            </a:xfrm>
            <a:custGeom>
              <a:avLst/>
              <a:gdLst>
                <a:gd name="connsiteX0" fmla="*/ 730251 w 1460502"/>
                <a:gd name="connsiteY0" fmla="*/ 0 h 1557542"/>
                <a:gd name="connsiteX1" fmla="*/ 1460502 w 1460502"/>
                <a:gd name="connsiteY1" fmla="*/ 782592 h 1557542"/>
                <a:gd name="connsiteX2" fmla="*/ 1403115 w 1460502"/>
                <a:gd name="connsiteY2" fmla="*/ 1087212 h 1557542"/>
                <a:gd name="connsiteX3" fmla="*/ 1381833 w 1460502"/>
                <a:gd name="connsiteY3" fmla="*/ 1129233 h 1557542"/>
                <a:gd name="connsiteX4" fmla="*/ 633566 w 1460502"/>
                <a:gd name="connsiteY4" fmla="*/ 1129233 h 1557542"/>
                <a:gd name="connsiteX5" fmla="*/ 633566 w 1460502"/>
                <a:gd name="connsiteY5" fmla="*/ 1557542 h 1557542"/>
                <a:gd name="connsiteX6" fmla="*/ 583080 w 1460502"/>
                <a:gd name="connsiteY6" fmla="*/ 1549285 h 1557542"/>
                <a:gd name="connsiteX7" fmla="*/ 0 w 1460502"/>
                <a:gd name="connsiteY7" fmla="*/ 782592 h 1557542"/>
                <a:gd name="connsiteX8" fmla="*/ 730251 w 1460502"/>
                <a:gd name="connsiteY8" fmla="*/ 0 h 1557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502" h="1557542">
                  <a:moveTo>
                    <a:pt x="730251" y="0"/>
                  </a:moveTo>
                  <a:cubicBezTo>
                    <a:pt x="1133557" y="0"/>
                    <a:pt x="1460502" y="350378"/>
                    <a:pt x="1460502" y="782592"/>
                  </a:cubicBezTo>
                  <a:cubicBezTo>
                    <a:pt x="1460502" y="890646"/>
                    <a:pt x="1440068" y="993584"/>
                    <a:pt x="1403115" y="1087212"/>
                  </a:cubicBezTo>
                  <a:lnTo>
                    <a:pt x="1381833" y="1129233"/>
                  </a:lnTo>
                  <a:lnTo>
                    <a:pt x="633566" y="1129233"/>
                  </a:lnTo>
                  <a:lnTo>
                    <a:pt x="633566" y="1557542"/>
                  </a:lnTo>
                  <a:lnTo>
                    <a:pt x="583080" y="1549285"/>
                  </a:lnTo>
                  <a:cubicBezTo>
                    <a:pt x="250318" y="1476311"/>
                    <a:pt x="0" y="1160779"/>
                    <a:pt x="0" y="782592"/>
                  </a:cubicBezTo>
                  <a:cubicBezTo>
                    <a:pt x="0" y="350378"/>
                    <a:pt x="326945" y="0"/>
                    <a:pt x="730251" y="0"/>
                  </a:cubicBezTo>
                  <a:close/>
                </a:path>
              </a:pathLst>
            </a:custGeom>
          </p:spPr>
        </p:pic>
        <p:pic>
          <p:nvPicPr>
            <p:cNvPr id="38" name="图片 37" descr="卡通人物&#10;&#10;AI 生成的内容可能不正确。">
              <a:extLst>
                <a:ext uri="{FF2B5EF4-FFF2-40B4-BE49-F238E27FC236}">
                  <a16:creationId xmlns:a16="http://schemas.microsoft.com/office/drawing/2014/main" id="{98A2E21F-2203-5DEB-EAA8-FD653E12FE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137" t="5152" r="9498" b="81457"/>
            <a:stretch/>
          </p:blipFill>
          <p:spPr>
            <a:xfrm>
              <a:off x="6164747" y="1531378"/>
              <a:ext cx="264939" cy="282542"/>
            </a:xfrm>
            <a:custGeom>
              <a:avLst/>
              <a:gdLst>
                <a:gd name="connsiteX0" fmla="*/ 730251 w 1460502"/>
                <a:gd name="connsiteY0" fmla="*/ 0 h 1557542"/>
                <a:gd name="connsiteX1" fmla="*/ 1460502 w 1460502"/>
                <a:gd name="connsiteY1" fmla="*/ 782592 h 1557542"/>
                <a:gd name="connsiteX2" fmla="*/ 1403115 w 1460502"/>
                <a:gd name="connsiteY2" fmla="*/ 1087212 h 1557542"/>
                <a:gd name="connsiteX3" fmla="*/ 1381833 w 1460502"/>
                <a:gd name="connsiteY3" fmla="*/ 1129233 h 1557542"/>
                <a:gd name="connsiteX4" fmla="*/ 633566 w 1460502"/>
                <a:gd name="connsiteY4" fmla="*/ 1129233 h 1557542"/>
                <a:gd name="connsiteX5" fmla="*/ 633566 w 1460502"/>
                <a:gd name="connsiteY5" fmla="*/ 1557542 h 1557542"/>
                <a:gd name="connsiteX6" fmla="*/ 583080 w 1460502"/>
                <a:gd name="connsiteY6" fmla="*/ 1549285 h 1557542"/>
                <a:gd name="connsiteX7" fmla="*/ 0 w 1460502"/>
                <a:gd name="connsiteY7" fmla="*/ 782592 h 1557542"/>
                <a:gd name="connsiteX8" fmla="*/ 730251 w 1460502"/>
                <a:gd name="connsiteY8" fmla="*/ 0 h 1557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502" h="1557542">
                  <a:moveTo>
                    <a:pt x="730251" y="0"/>
                  </a:moveTo>
                  <a:cubicBezTo>
                    <a:pt x="1133557" y="0"/>
                    <a:pt x="1460502" y="350378"/>
                    <a:pt x="1460502" y="782592"/>
                  </a:cubicBezTo>
                  <a:cubicBezTo>
                    <a:pt x="1460502" y="890646"/>
                    <a:pt x="1440068" y="993584"/>
                    <a:pt x="1403115" y="1087212"/>
                  </a:cubicBezTo>
                  <a:lnTo>
                    <a:pt x="1381833" y="1129233"/>
                  </a:lnTo>
                  <a:lnTo>
                    <a:pt x="633566" y="1129233"/>
                  </a:lnTo>
                  <a:lnTo>
                    <a:pt x="633566" y="1557542"/>
                  </a:lnTo>
                  <a:lnTo>
                    <a:pt x="583080" y="1549285"/>
                  </a:lnTo>
                  <a:cubicBezTo>
                    <a:pt x="250318" y="1476311"/>
                    <a:pt x="0" y="1160779"/>
                    <a:pt x="0" y="782592"/>
                  </a:cubicBezTo>
                  <a:cubicBezTo>
                    <a:pt x="0" y="350378"/>
                    <a:pt x="326945" y="0"/>
                    <a:pt x="730251" y="0"/>
                  </a:cubicBezTo>
                  <a:close/>
                </a:path>
              </a:pathLst>
            </a:cu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C7B2CEBA-ADC4-7269-40F2-ECFBB50F7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759" y="3961613"/>
              <a:ext cx="292925" cy="315226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20DE8EEF-BDC0-9D2F-CFF5-896C9116F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619" y="3393783"/>
              <a:ext cx="292925" cy="315226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7988535-8D77-479C-0192-2CB12E34A806}"/>
              </a:ext>
            </a:extLst>
          </p:cNvPr>
          <p:cNvSpPr txBox="1"/>
          <p:nvPr/>
        </p:nvSpPr>
        <p:spPr>
          <a:xfrm>
            <a:off x="990682" y="1004244"/>
            <a:ext cx="1785768" cy="246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4" b="1" i="1" dirty="0">
                <a:solidFill>
                  <a:schemeClr val="accent6">
                    <a:lumMod val="50000"/>
                  </a:schemeClr>
                </a:solidFill>
                <a:latin typeface="思源宋体" panose="02020400000000000000" pitchFamily="18" charset="-122"/>
                <a:ea typeface="思源宋体" panose="02020400000000000000" pitchFamily="18" charset="-122"/>
                <a:cs typeface="Calibri" panose="020F0502020204030204" pitchFamily="34" charset="0"/>
              </a:rPr>
              <a:t>“</a:t>
            </a:r>
            <a:r>
              <a:rPr lang="en-US" altLang="zh-CN" sz="1004" i="1" dirty="0">
                <a:solidFill>
                  <a:schemeClr val="accent6">
                    <a:lumMod val="50000"/>
                  </a:schemeClr>
                </a:solidFill>
                <a:latin typeface="思源宋体" panose="02020400000000000000" pitchFamily="18" charset="-122"/>
                <a:ea typeface="思源宋体" panose="02020400000000000000" pitchFamily="18" charset="-122"/>
                <a:cs typeface="Calibri" panose="020F0502020204030204" pitchFamily="34" charset="0"/>
              </a:rPr>
              <a:t>Hey robot, come here.”</a:t>
            </a:r>
            <a:endParaRPr lang="zh-CN" altLang="en-US" sz="1004" i="1" dirty="0">
              <a:solidFill>
                <a:schemeClr val="accent6">
                  <a:lumMod val="50000"/>
                </a:schemeClr>
              </a:solidFill>
              <a:latin typeface="思源宋体" panose="02020400000000000000" pitchFamily="18" charset="-122"/>
              <a:ea typeface="思源宋体" panose="02020400000000000000" pitchFamily="18" charset="-122"/>
              <a:cs typeface="Calibri" panose="020F050202020403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FF080DCB-7243-9335-1EEB-795196F8CCC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551" y="3766776"/>
            <a:ext cx="294042" cy="316428"/>
          </a:xfrm>
          <a:prstGeom prst="rect">
            <a:avLst/>
          </a:prstGeom>
        </p:spPr>
      </p:pic>
      <p:cxnSp>
        <p:nvCxnSpPr>
          <p:cNvPr id="17" name="直线连接符 7">
            <a:extLst>
              <a:ext uri="{FF2B5EF4-FFF2-40B4-BE49-F238E27FC236}">
                <a16:creationId xmlns:a16="http://schemas.microsoft.com/office/drawing/2014/main" id="{8011C25B-62FA-BB5F-F851-B8B8132D753A}"/>
              </a:ext>
            </a:extLst>
          </p:cNvPr>
          <p:cNvCxnSpPr>
            <a:cxnSpLocks/>
            <a:stCxn id="60" idx="0"/>
            <a:endCxn id="71" idx="2"/>
          </p:cNvCxnSpPr>
          <p:nvPr/>
        </p:nvCxnSpPr>
        <p:spPr>
          <a:xfrm rot="5400000" flipH="1">
            <a:off x="4275655" y="3398440"/>
            <a:ext cx="1355697" cy="737879"/>
          </a:xfrm>
          <a:prstGeom prst="curvedConnector3">
            <a:avLst>
              <a:gd name="adj1" fmla="val 56413"/>
            </a:avLst>
          </a:prstGeom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56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439</TotalTime>
  <Words>71</Words>
  <Application>Microsoft Office PowerPoint</Application>
  <PresentationFormat>自定义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思源宋体</vt:lpstr>
      <vt:lpstr>Arial</vt:lpstr>
      <vt:lpstr>Calibri</vt:lpstr>
      <vt:lpstr>Calibri Light</vt:lpstr>
      <vt:lpstr>等线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好好 谢</dc:creator>
  <cp:lastModifiedBy>胡 逸同</cp:lastModifiedBy>
  <cp:revision>20</cp:revision>
  <dcterms:created xsi:type="dcterms:W3CDTF">2026-04-18T08:31:09Z</dcterms:created>
  <dcterms:modified xsi:type="dcterms:W3CDTF">2026-04-19T19:31:56Z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2026-04-18T18:20:24Z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5e5c3207-79d2-4c22-9f71-fe75997fdd8d</vt:lpwstr>
  </property>
  <property fmtid="{D5CDD505-2E9C-101B-9397-08002B2CF9AE}" pid="7" name="MSIP_Label_defa4170-0d19-0005-0004-bc88714345d2_ActionId">
    <vt:lpwstr>b9ff72c4-df95-4ef1-b6ef-aa8e95773abb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