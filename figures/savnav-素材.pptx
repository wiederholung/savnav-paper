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6" r:id="rId5"/>
    <p:sldId id="265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963E03-605B-4AEE-873D-31AEABB99344}" v="1" dt="2026-03-17T16:01:31.6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 varScale="1">
        <p:scale>
          <a:sx n="73" d="100"/>
          <a:sy n="73" d="100"/>
        </p:scale>
        <p:origin x="6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胡 逸同" userId="85fed85a-94fb-4868-b5b4-5330a8329b29" providerId="ADAL" clId="{B1E425D0-16F8-4CF2-BA9F-0D32CDB6014C}"/>
    <pc:docChg chg="addSld modSld">
      <pc:chgData name="胡 逸同" userId="85fed85a-94fb-4868-b5b4-5330a8329b29" providerId="ADAL" clId="{B1E425D0-16F8-4CF2-BA9F-0D32CDB6014C}" dt="2026-03-17T16:01:31.680" v="0"/>
      <pc:docMkLst>
        <pc:docMk/>
      </pc:docMkLst>
      <pc:sldChg chg="add">
        <pc:chgData name="胡 逸同" userId="85fed85a-94fb-4868-b5b4-5330a8329b29" providerId="ADAL" clId="{B1E425D0-16F8-4CF2-BA9F-0D32CDB6014C}" dt="2026-03-17T16:01:31.680" v="0"/>
        <pc:sldMkLst>
          <pc:docMk/>
          <pc:sldMk cId="3966625598" sldId="256"/>
        </pc:sldMkLst>
      </pc:sldChg>
      <pc:sldChg chg="add">
        <pc:chgData name="胡 逸同" userId="85fed85a-94fb-4868-b5b4-5330a8329b29" providerId="ADAL" clId="{B1E425D0-16F8-4CF2-BA9F-0D32CDB6014C}" dt="2026-03-17T16:01:31.680" v="0"/>
        <pc:sldMkLst>
          <pc:docMk/>
          <pc:sldMk cId="4085152255" sldId="261"/>
        </pc:sldMkLst>
      </pc:sldChg>
      <pc:sldChg chg="add">
        <pc:chgData name="胡 逸同" userId="85fed85a-94fb-4868-b5b4-5330a8329b29" providerId="ADAL" clId="{B1E425D0-16F8-4CF2-BA9F-0D32CDB6014C}" dt="2026-03-17T16:01:31.680" v="0"/>
        <pc:sldMkLst>
          <pc:docMk/>
          <pc:sldMk cId="2706218959" sldId="263"/>
        </pc:sldMkLst>
      </pc:sldChg>
      <pc:sldChg chg="add">
        <pc:chgData name="胡 逸同" userId="85fed85a-94fb-4868-b5b4-5330a8329b29" providerId="ADAL" clId="{B1E425D0-16F8-4CF2-BA9F-0D32CDB6014C}" dt="2026-03-17T16:01:31.680" v="0"/>
        <pc:sldMkLst>
          <pc:docMk/>
          <pc:sldMk cId="3746506166" sldId="264"/>
        </pc:sldMkLst>
      </pc:sldChg>
      <pc:sldChg chg="add">
        <pc:chgData name="胡 逸同" userId="85fed85a-94fb-4868-b5b4-5330a8329b29" providerId="ADAL" clId="{B1E425D0-16F8-4CF2-BA9F-0D32CDB6014C}" dt="2026-03-17T16:01:31.680" v="0"/>
        <pc:sldMkLst>
          <pc:docMk/>
          <pc:sldMk cId="1978556829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40EB4C-8AF7-7C03-4F7F-C27EA0932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B8A4C51-F5FF-6D61-A715-23AEC125C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D46F6F-038B-04AF-5385-82839376B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C1CC-A11B-49FC-865E-322BFA8AE58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FCE78A-627D-A621-E461-8EB497E8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E46E18-7FCF-0F23-2EBC-2C656D064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22AD-2C09-44F3-BF07-39D68DB81A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21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D4D4D-4C92-CAD4-B526-2DC631C9E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56CF20-FF81-CD94-1507-787E2B13F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78997B-FDF2-C862-3C73-24E748F1E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C1CC-A11B-49FC-865E-322BFA8AE58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A7C6B4-AC1E-121F-E0EF-EF2C4CDF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2957AE-4128-1294-DD98-754D38D42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22AD-2C09-44F3-BF07-39D68DB81A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019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6AE48-40E3-63C2-5E9E-636A165D4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7D54CB-CC84-E1AD-4674-70E9E3391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1033EA-74A3-3C0F-D0C9-E2A9EDE79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C1CC-A11B-49FC-865E-322BFA8AE58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BC0DF4-6D02-0991-20EA-D3C2E43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B69073-81DC-8937-A08C-45D1BF434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22AD-2C09-44F3-BF07-39D68DB81A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474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767C0C-4029-A0CB-6DCA-6A064A999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42449A-5EB7-1847-363E-2EBEE62FA0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22D648-2786-BC5E-52CD-03D68C7DE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2BCD11-295A-E788-4C6C-CC4AD78F3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C1CC-A11B-49FC-865E-322BFA8AE58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D745E5-83B7-780A-3119-D7E09F24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3B3309-2A83-1473-C17D-7E18DAC3D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22AD-2C09-44F3-BF07-39D68DB81A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497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845A8-596C-EC92-89E8-AE7BD4AA1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C229F9-5813-6E55-FF11-B709784AB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1C7D4D-A1BD-A7B7-B5BB-8B0A65589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F72660-5FB0-630E-F01A-BB1559E8B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9BA3C8-4B9C-A73A-0C70-DA19AA0C5E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8FD4191-A59C-93C2-E1FA-3DCB074A1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C1CC-A11B-49FC-865E-322BFA8AE58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C51AEDC-2593-063E-E5B4-183E41870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D4B5C70-58A2-1CEB-B7CE-08AC9C61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22AD-2C09-44F3-BF07-39D68DB81A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248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AC02DE-C65C-F92C-2380-C7303051E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3F1554-8DA7-9061-9BDA-A2FB386E3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C1CC-A11B-49FC-865E-322BFA8AE58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1A2624-8782-B21A-1807-4D504911C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55D9B0-3C81-BD30-821F-55D6AC5FC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22AD-2C09-44F3-BF07-39D68DB81A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100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475CE7-D5FD-C603-637A-9F13C31F0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C1CC-A11B-49FC-865E-322BFA8AE58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0012783-A932-8C00-1EBD-00B010186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53D347-403F-FF1F-B088-EE0251938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22AD-2C09-44F3-BF07-39D68DB81A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961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C9B2C7-38CD-99A7-ABA6-E82A56521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54D17B-6AE5-FEB1-97F1-20279D5C7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D04699-1336-B371-227C-6F3A5EDB3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876737-48AF-F7E0-100A-9AA8465E1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C1CC-A11B-49FC-865E-322BFA8AE58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05ADDF-2A34-13CA-7DBF-5CB08BEF3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D6563E-94F4-C593-8CE7-60BA7D7AC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22AD-2C09-44F3-BF07-39D68DB81A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246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78CAE5-360B-017A-392D-65278B079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BBA1902-0B55-A7FE-E44B-EBC0D7F92F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EA6742-C2E0-1F87-A281-06A631019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3CDB1C-C17A-7C98-F5F0-B6BC00CD8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C1CC-A11B-49FC-865E-322BFA8AE58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3F823E-CD1A-3FAF-B928-16338AF62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DCC08E-3818-B827-7B06-9C71E4E61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22AD-2C09-44F3-BF07-39D68DB81A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717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4DCD50-71FF-AE64-EE81-F035C18B7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4367AA-F688-A1F2-8FD2-B51E26422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FB1AE3-28A6-7BEB-08B8-928EF59DF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C1CC-A11B-49FC-865E-322BFA8AE58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17B0CD-04CF-9BCC-D35D-F248AA71D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9267D1-B76D-A691-799B-71B4B7B4D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22AD-2C09-44F3-BF07-39D68DB81A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66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BA38C99-A953-BF89-E5BD-3F11B98602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B9E7AC-2C6C-48D7-81EB-0DC891255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BAEEE2-8118-637A-0169-81CD48DEF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C1CC-A11B-49FC-865E-322BFA8AE58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A79CD0-8008-52A0-D720-F693FE42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54731D-7130-F7BF-666E-E45285D3B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22AD-2C09-44F3-BF07-39D68DB81A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38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8E07A77-E9F2-2E30-EB38-A214BCBAE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6F6070-08D3-470F-5E0A-450C0E880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F90A36-75EA-E227-13FA-8492E9D411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D0C1CC-A11B-49FC-865E-322BFA8AE58A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415D11-DD96-B03E-3F15-13557B0D5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A78220-7F6D-F8FD-3094-38A68CC2AC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D22AD-2C09-44F3-BF07-39D68DB81A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683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4184903-F920-5E75-63AA-5CED7959B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9" y="1329000"/>
            <a:ext cx="12152381" cy="4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625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2AB8925-EC6D-8800-448A-D5D3C7FA1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218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168BEC1-4946-6A8C-D95E-4AB332904B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163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E7E79E6-A451-119B-64CF-BC7678E78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983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D95E739-FF0C-1403-6C72-0577E5433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421" y="0"/>
            <a:ext cx="15231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355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胡 逸同</dc:creator>
  <cp:lastModifiedBy>胡 逸同</cp:lastModifiedBy>
  <cp:revision>4</cp:revision>
  <dcterms:created xsi:type="dcterms:W3CDTF">2026-03-16T15:00:54Z</dcterms:created>
  <dcterms:modified xsi:type="dcterms:W3CDTF">2026-04-18T09:31:41Z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2026-03-17T08:51:27Z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5e5c3207-79d2-4c22-9f71-fe75997fdd8d</vt:lpwstr>
  </property>
  <property fmtid="{D5CDD505-2E9C-101B-9397-08002B2CF9AE}" pid="7" name="MSIP_Label_defa4170-0d19-0005-0004-bc88714345d2_ActionId">
    <vt:lpwstr>9fa22168-7d29-4467-a28a-2f68501c44ed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